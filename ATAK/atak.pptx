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5" r:id="rId10"/>
    <p:sldId id="266" r:id="rId11"/>
    <p:sldId id="267" r:id="rId12"/>
    <p:sldId id="281" r:id="rId13"/>
    <p:sldId id="268" r:id="rId14"/>
    <p:sldId id="269" r:id="rId15"/>
    <p:sldId id="270" r:id="rId16"/>
    <p:sldId id="273" r:id="rId17"/>
    <p:sldId id="274" r:id="rId18"/>
    <p:sldId id="275" r:id="rId19"/>
    <p:sldId id="277" r:id="rId20"/>
  </p:sldIdLst>
  <p:sldSz cx="12192000" cy="6858000"/>
  <p:notesSz cx="6858000" cy="9144000"/>
  <p:defaultTextStyle>
    <a:defPPr>
      <a:defRPr lang="ru-RU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>
          <p15:clr>
            <a:srgbClr val="A4A3A4"/>
          </p15:clr>
        </p15:guide>
        <p15:guide id="2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352" autoAdjust="0"/>
    <p:restoredTop sz="96283" autoAdjust="0"/>
  </p:normalViewPr>
  <p:slideViewPr>
    <p:cSldViewPr snapToGrid="0">
      <p:cViewPr varScale="1">
        <p:scale>
          <a:sx n="108" d="100"/>
          <a:sy n="108" d="100"/>
        </p:scale>
        <p:origin x="954" y="102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1346123" name="Верхний колонтитул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431558155" name="Дата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ru-RU"/>
              <a:t>25.07.2026</a:t>
            </a:fld>
            <a:endParaRPr lang="ru-RU"/>
          </a:p>
        </p:txBody>
      </p:sp>
      <p:sp>
        <p:nvSpPr>
          <p:cNvPr id="1562504938" name="Рисунок 3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ru-RU" dirty="0"/>
          </a:p>
        </p:txBody>
      </p:sp>
      <p:sp>
        <p:nvSpPr>
          <p:cNvPr id="1328913838" name="Заметка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ru-RU" dirty="0"/>
              <a:t>Образец текста</a:t>
            </a:r>
            <a:endParaRPr dirty="0"/>
          </a:p>
          <a:p>
            <a:pPr lvl="1">
              <a:defRPr/>
            </a:pPr>
            <a:r>
              <a:rPr lang="ru-RU" dirty="0"/>
              <a:t>Второй уровень</a:t>
            </a:r>
            <a:endParaRPr dirty="0"/>
          </a:p>
          <a:p>
            <a:pPr lvl="2">
              <a:defRPr/>
            </a:pPr>
            <a:r>
              <a:rPr lang="ru-RU" dirty="0"/>
              <a:t>Третий уровень</a:t>
            </a:r>
            <a:endParaRPr dirty="0"/>
          </a:p>
          <a:p>
            <a:pPr lvl="3">
              <a:defRPr/>
            </a:pPr>
            <a:r>
              <a:rPr lang="ru-RU" dirty="0"/>
              <a:t>Четвертый уровень</a:t>
            </a:r>
            <a:endParaRPr dirty="0"/>
          </a:p>
          <a:p>
            <a:pPr lvl="4">
              <a:defRPr/>
            </a:pPr>
            <a:r>
              <a:rPr lang="ru-RU" dirty="0"/>
              <a:t>Пятый уровень</a:t>
            </a:r>
          </a:p>
        </p:txBody>
      </p:sp>
      <p:sp>
        <p:nvSpPr>
          <p:cNvPr id="2031881487" name="Нижний колонтитул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434334476" name="Номер слайда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6818987" name="Рисунок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83826367" name="Текст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>
              <a:latin typeface="Arial"/>
              <a:cs typeface="Arial"/>
            </a:endParaRPr>
          </a:p>
        </p:txBody>
      </p:sp>
      <p:sp>
        <p:nvSpPr>
          <p:cNvPr id="2127973978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ru-RU"/>
              <a:t>1</a:t>
            </a:fld>
            <a:endParaRPr lang="ru-RU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8284706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2982375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07580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1815997-2FFF-5047-953C-D87008C8EFAA}" type="slidenum">
              <a:rPr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2213359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9037435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19610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2CF0B26-4BE4-07B2-A104-B09724678EEE}" type="slidenum">
              <a:rPr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104953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48544772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81986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94ACFF2-487F-1118-F135-723EAE820AC3}" type="slidenum">
              <a:rPr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071351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54848362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595965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C1E75EF-9323-B166-E204-C222AB8AC3DA}" type="slidenum">
              <a:rPr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9621845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20502189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11123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3868B66-2838-9390-9B56-CCD3A6B45506}" type="slidenum">
              <a:rPr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701999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3205672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556316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5715571-8DBA-A2E7-5D9C-67D2708F20A0}" type="slidenum">
              <a:rPr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1650636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45808352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02442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AEEC3DD-17A9-33ED-8C0D-F1D8F6DC90E6}" type="slidenum">
              <a:rPr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255156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45390200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366264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6E2015B-5ACB-42A9-A2F8-44DB437A6C76}" type="slidenum">
              <a:rPr/>
              <a:t>9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44402413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207055337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dirty="0"/>
          </a:p>
        </p:txBody>
      </p:sp>
      <p:sp>
        <p:nvSpPr>
          <p:cNvPr id="20881079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5D2D4F-26B3-75B9-5AC6-5CF014C797E1}" type="slidenum">
              <a:rPr/>
              <a:t>10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5791145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4912078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67019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2BE1991-29F3-0659-4136-F74FCFDE10A1}" type="slidenum">
              <a:rPr/>
              <a:t>11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5791145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4912078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67019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2BE1991-29F3-0659-4136-F74FCFDE10A1}" type="slidenum">
              <a:rPr/>
              <a:t>12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111850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2494926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88703030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56781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0E13026-C827-1542-3376-A042AAF32C98}" type="slidenum">
              <a:rPr/>
              <a:t>13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2984351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72662705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312930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4B5F2CA-2228-CA7A-F403-97E2A170EB6E}" type="slidenum">
              <a:rPr/>
              <a:t>14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7659789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1038291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700948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353D565-F2CF-82F9-EE55-E178C5ACA3B9}" type="slidenum">
              <a:rPr/>
              <a:t>15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9993377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88353437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479607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B5344C7-B977-2C15-59DF-D6ABD4740A17}" type="slidenum">
              <a:rPr/>
              <a:t>16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6462129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59130725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611759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C417D26-6072-9909-EFC2-3147D2128DFB}" type="slidenum">
              <a:rPr/>
              <a:t>17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0067799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0751814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935977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FA2DDB5-8C60-8451-F106-F7EC7E157E68}" type="slidenum">
              <a:rPr/>
              <a:t>18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2209994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5404680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136934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921E38E-6B45-B63F-B143-64B3FD8B561F}" type="slidenum">
              <a:rPr/>
              <a:t>19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preserve="1" userDrawn="1">
  <p:cSld name="Титульны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0671937" name="Заголовок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ru-RU" dirty="0"/>
              <a:t>Образец заголовка</a:t>
            </a:r>
          </a:p>
        </p:txBody>
      </p:sp>
      <p:sp>
        <p:nvSpPr>
          <p:cNvPr id="831333616" name="Подзаголовок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ru-RU" dirty="0"/>
              <a:t>Образец подзаголовка</a:t>
            </a:r>
          </a:p>
        </p:txBody>
      </p:sp>
      <p:sp>
        <p:nvSpPr>
          <p:cNvPr id="66068050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ru-RU"/>
              <a:t>25.07.2026</a:t>
            </a:fld>
            <a:endParaRPr lang="ru-RU"/>
          </a:p>
        </p:txBody>
      </p:sp>
      <p:sp>
        <p:nvSpPr>
          <p:cNvPr id="1629559268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9970922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preserve="1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4411759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 dirty="0"/>
              <a:t>Образец заголовка</a:t>
            </a:r>
          </a:p>
        </p:txBody>
      </p:sp>
      <p:sp>
        <p:nvSpPr>
          <p:cNvPr id="1042952658" name="Объект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ru-RU" dirty="0"/>
              <a:t>Образец текста</a:t>
            </a:r>
            <a:endParaRPr dirty="0"/>
          </a:p>
          <a:p>
            <a:pPr lvl="1">
              <a:defRPr/>
            </a:pPr>
            <a:r>
              <a:rPr lang="ru-RU" dirty="0"/>
              <a:t>Второй уровень</a:t>
            </a:r>
            <a:endParaRPr dirty="0"/>
          </a:p>
          <a:p>
            <a:pPr lvl="2">
              <a:defRPr/>
            </a:pPr>
            <a:r>
              <a:rPr lang="ru-RU" dirty="0"/>
              <a:t>Третий уровень</a:t>
            </a:r>
            <a:endParaRPr dirty="0"/>
          </a:p>
          <a:p>
            <a:pPr lvl="3">
              <a:defRPr/>
            </a:pPr>
            <a:r>
              <a:rPr lang="ru-RU" dirty="0"/>
              <a:t>Четвертый уровень</a:t>
            </a:r>
            <a:endParaRPr dirty="0"/>
          </a:p>
          <a:p>
            <a:pPr lvl="4">
              <a:defRPr/>
            </a:pPr>
            <a:r>
              <a:rPr lang="ru-RU" dirty="0"/>
              <a:t>Пятый уровень</a:t>
            </a:r>
          </a:p>
        </p:txBody>
      </p:sp>
      <p:sp>
        <p:nvSpPr>
          <p:cNvPr id="1390516921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ru-RU"/>
              <a:t>25.07.2026</a:t>
            </a:fld>
            <a:endParaRPr lang="ru-RU"/>
          </a:p>
        </p:txBody>
      </p:sp>
      <p:sp>
        <p:nvSpPr>
          <p:cNvPr id="249783761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588283175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secHead" preserve="1" userDrawn="1">
  <p:cSld name="Заголовок раздел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0763723" name="Заголовок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ru-RU" dirty="0"/>
              <a:t>Образец заголовка</a:t>
            </a:r>
          </a:p>
        </p:txBody>
      </p:sp>
      <p:sp>
        <p:nvSpPr>
          <p:cNvPr id="60860664" name="Текст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ru-RU" dirty="0"/>
              <a:t>Образец текста</a:t>
            </a:r>
            <a:endParaRPr dirty="0"/>
          </a:p>
        </p:txBody>
      </p:sp>
      <p:sp>
        <p:nvSpPr>
          <p:cNvPr id="1537434236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ru-RU"/>
              <a:t>25.07.2026</a:t>
            </a:fld>
            <a:endParaRPr lang="ru-RU"/>
          </a:p>
        </p:txBody>
      </p:sp>
      <p:sp>
        <p:nvSpPr>
          <p:cNvPr id="1541026016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2110959947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Obj" preserve="1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6711807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 dirty="0"/>
              <a:t>Образец заголовка</a:t>
            </a:r>
          </a:p>
        </p:txBody>
      </p:sp>
      <p:sp>
        <p:nvSpPr>
          <p:cNvPr id="22979111" name="Объект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ru-RU" dirty="0"/>
              <a:t>Образец текста</a:t>
            </a:r>
            <a:endParaRPr dirty="0"/>
          </a:p>
          <a:p>
            <a:pPr lvl="1">
              <a:defRPr/>
            </a:pPr>
            <a:r>
              <a:rPr lang="ru-RU" dirty="0"/>
              <a:t>Второй уровень</a:t>
            </a:r>
            <a:endParaRPr dirty="0"/>
          </a:p>
          <a:p>
            <a:pPr lvl="2">
              <a:defRPr/>
            </a:pPr>
            <a:r>
              <a:rPr lang="ru-RU" dirty="0"/>
              <a:t>Третий уровень</a:t>
            </a:r>
            <a:endParaRPr dirty="0"/>
          </a:p>
          <a:p>
            <a:pPr lvl="3">
              <a:defRPr/>
            </a:pPr>
            <a:r>
              <a:rPr lang="ru-RU" dirty="0"/>
              <a:t>Четвертый уровень</a:t>
            </a:r>
            <a:endParaRPr dirty="0"/>
          </a:p>
          <a:p>
            <a:pPr lvl="4">
              <a:defRPr/>
            </a:pPr>
            <a:r>
              <a:rPr lang="ru-RU" dirty="0"/>
              <a:t>Пятый уровень</a:t>
            </a:r>
          </a:p>
        </p:txBody>
      </p:sp>
      <p:sp>
        <p:nvSpPr>
          <p:cNvPr id="1943176666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ru-RU" dirty="0"/>
              <a:t>Образец текста</a:t>
            </a:r>
            <a:endParaRPr dirty="0"/>
          </a:p>
          <a:p>
            <a:pPr lvl="1">
              <a:defRPr/>
            </a:pPr>
            <a:r>
              <a:rPr lang="ru-RU" dirty="0"/>
              <a:t>Второй уровень</a:t>
            </a:r>
            <a:endParaRPr dirty="0"/>
          </a:p>
          <a:p>
            <a:pPr lvl="2">
              <a:defRPr/>
            </a:pPr>
            <a:r>
              <a:rPr lang="ru-RU" dirty="0"/>
              <a:t>Третий уровень</a:t>
            </a:r>
            <a:endParaRPr dirty="0"/>
          </a:p>
          <a:p>
            <a:pPr lvl="3">
              <a:defRPr/>
            </a:pPr>
            <a:r>
              <a:rPr lang="ru-RU" dirty="0"/>
              <a:t>Четвертый уровень</a:t>
            </a:r>
            <a:endParaRPr dirty="0"/>
          </a:p>
          <a:p>
            <a:pPr lvl="4">
              <a:defRPr/>
            </a:pPr>
            <a:r>
              <a:rPr lang="ru-RU" dirty="0"/>
              <a:t>Пятый уровень</a:t>
            </a:r>
          </a:p>
        </p:txBody>
      </p:sp>
      <p:sp>
        <p:nvSpPr>
          <p:cNvPr id="1343858338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ru-RU"/>
              <a:t>25.07.2026</a:t>
            </a:fld>
            <a:endParaRPr lang="ru-RU"/>
          </a:p>
        </p:txBody>
      </p:sp>
      <p:sp>
        <p:nvSpPr>
          <p:cNvPr id="166013405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12810403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TxTwoObj" preserve="1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6677963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 dirty="0"/>
              <a:t>Образец заголовка</a:t>
            </a:r>
          </a:p>
        </p:txBody>
      </p:sp>
      <p:sp>
        <p:nvSpPr>
          <p:cNvPr id="763575665" name="Текст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 dirty="0"/>
              <a:t>Образец текста</a:t>
            </a:r>
            <a:endParaRPr dirty="0"/>
          </a:p>
        </p:txBody>
      </p:sp>
      <p:sp>
        <p:nvSpPr>
          <p:cNvPr id="318024954" name="Объект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ru-RU" dirty="0"/>
              <a:t>Образец текста</a:t>
            </a:r>
            <a:endParaRPr dirty="0"/>
          </a:p>
          <a:p>
            <a:pPr lvl="1">
              <a:defRPr/>
            </a:pPr>
            <a:r>
              <a:rPr lang="ru-RU" dirty="0"/>
              <a:t>Второй уровень</a:t>
            </a:r>
            <a:endParaRPr dirty="0"/>
          </a:p>
          <a:p>
            <a:pPr lvl="2">
              <a:defRPr/>
            </a:pPr>
            <a:r>
              <a:rPr lang="ru-RU" dirty="0"/>
              <a:t>Третий уровень</a:t>
            </a:r>
            <a:endParaRPr dirty="0"/>
          </a:p>
          <a:p>
            <a:pPr lvl="3">
              <a:defRPr/>
            </a:pPr>
            <a:r>
              <a:rPr lang="ru-RU" dirty="0"/>
              <a:t>Четвертый уровень</a:t>
            </a:r>
            <a:endParaRPr dirty="0"/>
          </a:p>
          <a:p>
            <a:pPr lvl="4">
              <a:defRPr/>
            </a:pPr>
            <a:r>
              <a:rPr lang="ru-RU" dirty="0"/>
              <a:t>Пятый уровень</a:t>
            </a:r>
          </a:p>
        </p:txBody>
      </p:sp>
      <p:sp>
        <p:nvSpPr>
          <p:cNvPr id="754362740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 dirty="0"/>
              <a:t>Образец текста</a:t>
            </a:r>
            <a:endParaRPr dirty="0"/>
          </a:p>
        </p:txBody>
      </p:sp>
      <p:sp>
        <p:nvSpPr>
          <p:cNvPr id="1689479372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ru-RU" dirty="0"/>
              <a:t>Образец текста</a:t>
            </a:r>
            <a:endParaRPr dirty="0"/>
          </a:p>
          <a:p>
            <a:pPr lvl="1">
              <a:defRPr/>
            </a:pPr>
            <a:r>
              <a:rPr lang="ru-RU" dirty="0"/>
              <a:t>Второй уровень</a:t>
            </a:r>
            <a:endParaRPr dirty="0"/>
          </a:p>
          <a:p>
            <a:pPr lvl="2">
              <a:defRPr/>
            </a:pPr>
            <a:r>
              <a:rPr lang="ru-RU" dirty="0"/>
              <a:t>Третий уровень</a:t>
            </a:r>
            <a:endParaRPr dirty="0"/>
          </a:p>
          <a:p>
            <a:pPr lvl="3">
              <a:defRPr/>
            </a:pPr>
            <a:r>
              <a:rPr lang="ru-RU" dirty="0"/>
              <a:t>Четвертый уровень</a:t>
            </a:r>
            <a:endParaRPr dirty="0"/>
          </a:p>
          <a:p>
            <a:pPr lvl="4">
              <a:defRPr/>
            </a:pPr>
            <a:r>
              <a:rPr lang="ru-RU" dirty="0"/>
              <a:t>Пятый уровень</a:t>
            </a:r>
          </a:p>
        </p:txBody>
      </p:sp>
      <p:sp>
        <p:nvSpPr>
          <p:cNvPr id="600241768" name="Дата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ru-RU"/>
              <a:t>25.07.2026</a:t>
            </a:fld>
            <a:endParaRPr lang="ru-RU"/>
          </a:p>
        </p:txBody>
      </p:sp>
      <p:sp>
        <p:nvSpPr>
          <p:cNvPr id="56855638" name="Нижний колонтитул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403690947" name="Номер слайда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Only" preserve="1" userDrawn="1">
  <p:cSld name="Только заголовок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721629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 dirty="0"/>
              <a:t>Образец заголовка</a:t>
            </a:r>
          </a:p>
        </p:txBody>
      </p:sp>
      <p:sp>
        <p:nvSpPr>
          <p:cNvPr id="1156445962" name="Дата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ru-RU"/>
              <a:t>25.07.2026</a:t>
            </a:fld>
            <a:endParaRPr lang="ru-RU"/>
          </a:p>
        </p:txBody>
      </p:sp>
      <p:sp>
        <p:nvSpPr>
          <p:cNvPr id="1045748838" name="Нижний колонтитул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450639846" name="Номер слайда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4222730" name="Дата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ru-RU"/>
              <a:t>25.07.2026</a:t>
            </a:fld>
            <a:endParaRPr lang="ru-RU"/>
          </a:p>
        </p:txBody>
      </p:sp>
      <p:sp>
        <p:nvSpPr>
          <p:cNvPr id="1901137491" name="Нижний колонтитул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2050762474" name="Номер слайда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581188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ru-RU" dirty="0"/>
              <a:t>Образец заголовка</a:t>
            </a:r>
          </a:p>
        </p:txBody>
      </p:sp>
      <p:sp>
        <p:nvSpPr>
          <p:cNvPr id="412806549" name="Объект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ru-RU" dirty="0"/>
              <a:t>Образец текста</a:t>
            </a:r>
            <a:endParaRPr dirty="0"/>
          </a:p>
          <a:p>
            <a:pPr lvl="1">
              <a:defRPr/>
            </a:pPr>
            <a:r>
              <a:rPr lang="ru-RU" dirty="0"/>
              <a:t>Второй уровень</a:t>
            </a:r>
            <a:endParaRPr dirty="0"/>
          </a:p>
          <a:p>
            <a:pPr lvl="2">
              <a:defRPr/>
            </a:pPr>
            <a:r>
              <a:rPr lang="ru-RU" dirty="0"/>
              <a:t>Третий уровень</a:t>
            </a:r>
            <a:endParaRPr dirty="0"/>
          </a:p>
          <a:p>
            <a:pPr lvl="3">
              <a:defRPr/>
            </a:pPr>
            <a:r>
              <a:rPr lang="ru-RU" dirty="0"/>
              <a:t>Четвертый уровень</a:t>
            </a:r>
            <a:endParaRPr dirty="0"/>
          </a:p>
          <a:p>
            <a:pPr lvl="4">
              <a:defRPr/>
            </a:pPr>
            <a:r>
              <a:rPr lang="ru-RU" dirty="0"/>
              <a:t>Пятый уровень</a:t>
            </a:r>
          </a:p>
        </p:txBody>
      </p:sp>
      <p:sp>
        <p:nvSpPr>
          <p:cNvPr id="884333654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 dirty="0"/>
              <a:t>Образец текста</a:t>
            </a:r>
            <a:endParaRPr dirty="0"/>
          </a:p>
        </p:txBody>
      </p:sp>
      <p:sp>
        <p:nvSpPr>
          <p:cNvPr id="813677296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ru-RU"/>
              <a:t>25.07.2026</a:t>
            </a:fld>
            <a:endParaRPr lang="ru-RU"/>
          </a:p>
        </p:txBody>
      </p:sp>
      <p:sp>
        <p:nvSpPr>
          <p:cNvPr id="378599977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204118972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picTx" preserve="1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9086127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ru-RU" dirty="0"/>
              <a:t>Образец заголовка</a:t>
            </a:r>
          </a:p>
        </p:txBody>
      </p:sp>
      <p:sp>
        <p:nvSpPr>
          <p:cNvPr id="1601813117" name="Рисунок 2"/>
          <p:cNvSpPr>
            <a:spLocks noGrp="1" noChangeAspect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ru-RU" dirty="0"/>
              <a:t>Нажмите, чтобы добавить изображение</a:t>
            </a:r>
          </a:p>
        </p:txBody>
      </p:sp>
      <p:sp>
        <p:nvSpPr>
          <p:cNvPr id="300525349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 dirty="0"/>
              <a:t>Образец текста</a:t>
            </a:r>
            <a:endParaRPr dirty="0"/>
          </a:p>
        </p:txBody>
      </p:sp>
      <p:sp>
        <p:nvSpPr>
          <p:cNvPr id="196892756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ru-RU"/>
              <a:t>25.07.2026</a:t>
            </a:fld>
            <a:endParaRPr lang="ru-RU"/>
          </a:p>
        </p:txBody>
      </p:sp>
      <p:sp>
        <p:nvSpPr>
          <p:cNvPr id="1005786681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803275019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x" preserve="1" userDrawn="1">
  <p:cSld name="Заголовок и вертикальный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8927019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 dirty="0"/>
              <a:t>Образец заголовка</a:t>
            </a:r>
          </a:p>
        </p:txBody>
      </p:sp>
      <p:sp>
        <p:nvSpPr>
          <p:cNvPr id="1097505404" name="Вертикальный текст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ru-RU" dirty="0"/>
              <a:t>Образец текста</a:t>
            </a:r>
            <a:endParaRPr dirty="0"/>
          </a:p>
          <a:p>
            <a:pPr lvl="1">
              <a:defRPr/>
            </a:pPr>
            <a:r>
              <a:rPr lang="ru-RU" dirty="0"/>
              <a:t>Второй уровень</a:t>
            </a:r>
            <a:endParaRPr dirty="0"/>
          </a:p>
          <a:p>
            <a:pPr lvl="2">
              <a:defRPr/>
            </a:pPr>
            <a:r>
              <a:rPr lang="ru-RU" dirty="0"/>
              <a:t>Третий уровень</a:t>
            </a:r>
            <a:endParaRPr dirty="0"/>
          </a:p>
          <a:p>
            <a:pPr lvl="3">
              <a:defRPr/>
            </a:pPr>
            <a:r>
              <a:rPr lang="ru-RU" dirty="0"/>
              <a:t>Четвертый уровень</a:t>
            </a:r>
            <a:endParaRPr dirty="0"/>
          </a:p>
          <a:p>
            <a:pPr lvl="4">
              <a:defRPr/>
            </a:pPr>
            <a:r>
              <a:rPr lang="ru-RU" dirty="0"/>
              <a:t>Пятый уровень</a:t>
            </a:r>
          </a:p>
        </p:txBody>
      </p:sp>
      <p:sp>
        <p:nvSpPr>
          <p:cNvPr id="132364959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ru-RU"/>
              <a:t>25.07.2026</a:t>
            </a:fld>
            <a:endParaRPr lang="ru-RU"/>
          </a:p>
        </p:txBody>
      </p:sp>
      <p:sp>
        <p:nvSpPr>
          <p:cNvPr id="1566327938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773115884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itleAndTx" preserve="1" userDrawn="1">
  <p:cSld name="Вертикальный заголовок и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184069" name="Вертикальный заголовок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ru-RU" dirty="0"/>
              <a:t>Образец заголовка</a:t>
            </a:r>
          </a:p>
        </p:txBody>
      </p:sp>
      <p:sp>
        <p:nvSpPr>
          <p:cNvPr id="1796178839" name="Вертикальный текст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ru-RU" dirty="0"/>
              <a:t>Образец текста</a:t>
            </a:r>
            <a:endParaRPr dirty="0"/>
          </a:p>
          <a:p>
            <a:pPr lvl="1">
              <a:defRPr/>
            </a:pPr>
            <a:r>
              <a:rPr lang="ru-RU" dirty="0"/>
              <a:t>Второй уровень</a:t>
            </a:r>
            <a:endParaRPr dirty="0"/>
          </a:p>
          <a:p>
            <a:pPr lvl="2">
              <a:defRPr/>
            </a:pPr>
            <a:r>
              <a:rPr lang="ru-RU" dirty="0"/>
              <a:t>Третий уровень</a:t>
            </a:r>
            <a:endParaRPr dirty="0"/>
          </a:p>
          <a:p>
            <a:pPr lvl="3">
              <a:defRPr/>
            </a:pPr>
            <a:r>
              <a:rPr lang="ru-RU" dirty="0"/>
              <a:t>Четвертый уровень</a:t>
            </a:r>
            <a:endParaRPr dirty="0"/>
          </a:p>
          <a:p>
            <a:pPr lvl="4">
              <a:defRPr/>
            </a:pPr>
            <a:r>
              <a:rPr lang="ru-RU" dirty="0"/>
              <a:t>Пятый уровень</a:t>
            </a:r>
          </a:p>
        </p:txBody>
      </p:sp>
      <p:sp>
        <p:nvSpPr>
          <p:cNvPr id="451623811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ru-RU"/>
              <a:t>25.07.2026</a:t>
            </a:fld>
            <a:endParaRPr lang="ru-RU"/>
          </a:p>
        </p:txBody>
      </p:sp>
      <p:sp>
        <p:nvSpPr>
          <p:cNvPr id="849530574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2064664123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3"/>
          <a:tile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3733231" name="Заголовок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ru-RU" dirty="0"/>
              <a:t>Образец заголовка</a:t>
            </a:r>
          </a:p>
        </p:txBody>
      </p:sp>
      <p:sp>
        <p:nvSpPr>
          <p:cNvPr id="671913330" name="Текст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 dirty="0"/>
              <a:t>Образец текста</a:t>
            </a:r>
            <a:endParaRPr dirty="0"/>
          </a:p>
          <a:p>
            <a:pPr lvl="1">
              <a:defRPr/>
            </a:pPr>
            <a:r>
              <a:rPr lang="ru-RU" dirty="0"/>
              <a:t>Второй уровень</a:t>
            </a:r>
            <a:endParaRPr dirty="0"/>
          </a:p>
          <a:p>
            <a:pPr lvl="2">
              <a:defRPr/>
            </a:pPr>
            <a:r>
              <a:rPr lang="ru-RU" dirty="0"/>
              <a:t>Третий уровень</a:t>
            </a:r>
            <a:endParaRPr dirty="0"/>
          </a:p>
          <a:p>
            <a:pPr lvl="3">
              <a:defRPr/>
            </a:pPr>
            <a:r>
              <a:rPr lang="ru-RU" dirty="0"/>
              <a:t>Четвертый уровень</a:t>
            </a:r>
            <a:endParaRPr dirty="0"/>
          </a:p>
          <a:p>
            <a:pPr lvl="4">
              <a:defRPr/>
            </a:pPr>
            <a:r>
              <a:rPr lang="ru-RU" dirty="0"/>
              <a:t>Пятый уровень</a:t>
            </a:r>
          </a:p>
        </p:txBody>
      </p:sp>
      <p:sp>
        <p:nvSpPr>
          <p:cNvPr id="904098359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ru-RU"/>
              <a:t>25.07.2026</a:t>
            </a:fld>
            <a:endParaRPr lang="ru-RU"/>
          </a:p>
        </p:txBody>
      </p:sp>
      <p:sp>
        <p:nvSpPr>
          <p:cNvPr id="109746852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6008439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6.jpeg"/><Relationship Id="rId5" Type="http://schemas.openxmlformats.org/officeDocument/2006/relationships/image" Target="../media/image5.jpeg"/><Relationship Id="rId4" Type="http://schemas.openxmlformats.org/officeDocument/2006/relationships/image" Target="../media/image4.jpe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jpeg"/><Relationship Id="rId3" Type="http://schemas.openxmlformats.org/officeDocument/2006/relationships/image" Target="../media/image7.jpeg"/><Relationship Id="rId7" Type="http://schemas.openxmlformats.org/officeDocument/2006/relationships/image" Target="../media/image11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0.jpeg"/><Relationship Id="rId5" Type="http://schemas.openxmlformats.org/officeDocument/2006/relationships/image" Target="../media/image9.jpeg"/><Relationship Id="rId10" Type="http://schemas.openxmlformats.org/officeDocument/2006/relationships/image" Target="../media/image14.jpeg"/><Relationship Id="rId4" Type="http://schemas.openxmlformats.org/officeDocument/2006/relationships/image" Target="../media/image8.jpeg"/><Relationship Id="rId9" Type="http://schemas.openxmlformats.org/officeDocument/2006/relationships/image" Target="../media/image13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jpeg"/><Relationship Id="rId3" Type="http://schemas.openxmlformats.org/officeDocument/2006/relationships/image" Target="../media/image16.jpeg"/><Relationship Id="rId7" Type="http://schemas.openxmlformats.org/officeDocument/2006/relationships/image" Target="../media/image20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9.jpeg"/><Relationship Id="rId5" Type="http://schemas.openxmlformats.org/officeDocument/2006/relationships/image" Target="../media/image18.jpeg"/><Relationship Id="rId4" Type="http://schemas.openxmlformats.org/officeDocument/2006/relationships/image" Target="../media/image17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2.png"/><Relationship Id="rId5" Type="http://schemas.openxmlformats.org/officeDocument/2006/relationships/image" Target="../media/image25.jpeg"/><Relationship Id="rId4" Type="http://schemas.openxmlformats.org/officeDocument/2006/relationships/image" Target="../media/image24.jpe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jpeg"/><Relationship Id="rId3" Type="http://schemas.openxmlformats.org/officeDocument/2006/relationships/image" Target="../media/image26.jpeg"/><Relationship Id="rId7" Type="http://schemas.openxmlformats.org/officeDocument/2006/relationships/image" Target="../media/image30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9.jpeg"/><Relationship Id="rId5" Type="http://schemas.openxmlformats.org/officeDocument/2006/relationships/image" Target="../media/image28.jpeg"/><Relationship Id="rId10" Type="http://schemas.openxmlformats.org/officeDocument/2006/relationships/image" Target="../media/image33.jpeg"/><Relationship Id="rId4" Type="http://schemas.openxmlformats.org/officeDocument/2006/relationships/image" Target="../media/image27.jpeg"/><Relationship Id="rId9" Type="http://schemas.openxmlformats.org/officeDocument/2006/relationships/image" Target="../media/image32.jpe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jpeg"/><Relationship Id="rId3" Type="http://schemas.openxmlformats.org/officeDocument/2006/relationships/image" Target="../media/image34.jpeg"/><Relationship Id="rId7" Type="http://schemas.openxmlformats.org/officeDocument/2006/relationships/image" Target="../media/image38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37.jpeg"/><Relationship Id="rId11" Type="http://schemas.openxmlformats.org/officeDocument/2006/relationships/image" Target="../media/image40.jpeg"/><Relationship Id="rId5" Type="http://schemas.openxmlformats.org/officeDocument/2006/relationships/image" Target="../media/image36.jpeg"/><Relationship Id="rId10" Type="http://schemas.openxmlformats.org/officeDocument/2006/relationships/image" Target="../media/image39.jpeg"/><Relationship Id="rId4" Type="http://schemas.openxmlformats.org/officeDocument/2006/relationships/image" Target="../media/image35.jpeg"/><Relationship Id="rId9" Type="http://schemas.openxmlformats.org/officeDocument/2006/relationships/image" Target="../media/image32.jpe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jpeg"/><Relationship Id="rId3" Type="http://schemas.openxmlformats.org/officeDocument/2006/relationships/image" Target="../media/image41.jpeg"/><Relationship Id="rId7" Type="http://schemas.openxmlformats.org/officeDocument/2006/relationships/image" Target="../media/image45.jpeg"/><Relationship Id="rId12" Type="http://schemas.openxmlformats.org/officeDocument/2006/relationships/image" Target="../media/image50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4.jpeg"/><Relationship Id="rId11" Type="http://schemas.openxmlformats.org/officeDocument/2006/relationships/image" Target="../media/image49.jpeg"/><Relationship Id="rId5" Type="http://schemas.openxmlformats.org/officeDocument/2006/relationships/image" Target="../media/image43.jpeg"/><Relationship Id="rId10" Type="http://schemas.openxmlformats.org/officeDocument/2006/relationships/image" Target="../media/image48.jpeg"/><Relationship Id="rId4" Type="http://schemas.openxmlformats.org/officeDocument/2006/relationships/image" Target="../media/image42.jpeg"/><Relationship Id="rId9" Type="http://schemas.openxmlformats.org/officeDocument/2006/relationships/image" Target="../media/image47.jpe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52.jpeg"/><Relationship Id="rId4" Type="http://schemas.openxmlformats.org/officeDocument/2006/relationships/image" Target="../media/image43.jpe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jpeg"/><Relationship Id="rId13" Type="http://schemas.openxmlformats.org/officeDocument/2006/relationships/image" Target="../media/image62.jpeg"/><Relationship Id="rId3" Type="http://schemas.openxmlformats.org/officeDocument/2006/relationships/image" Target="../media/image53.jpeg"/><Relationship Id="rId7" Type="http://schemas.openxmlformats.org/officeDocument/2006/relationships/image" Target="../media/image57.jpeg"/><Relationship Id="rId12" Type="http://schemas.openxmlformats.org/officeDocument/2006/relationships/image" Target="../media/image42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56.jpeg"/><Relationship Id="rId11" Type="http://schemas.openxmlformats.org/officeDocument/2006/relationships/image" Target="../media/image61.jpeg"/><Relationship Id="rId5" Type="http://schemas.openxmlformats.org/officeDocument/2006/relationships/image" Target="../media/image55.jpeg"/><Relationship Id="rId10" Type="http://schemas.openxmlformats.org/officeDocument/2006/relationships/image" Target="../media/image60.jpeg"/><Relationship Id="rId4" Type="http://schemas.openxmlformats.org/officeDocument/2006/relationships/image" Target="../media/image54.jpeg"/><Relationship Id="rId9" Type="http://schemas.openxmlformats.org/officeDocument/2006/relationships/image" Target="../media/image59.jpeg"/><Relationship Id="rId14" Type="http://schemas.openxmlformats.org/officeDocument/2006/relationships/image" Target="../media/image63.jpe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9.jpeg"/><Relationship Id="rId3" Type="http://schemas.openxmlformats.org/officeDocument/2006/relationships/image" Target="../media/image64.jpeg"/><Relationship Id="rId7" Type="http://schemas.openxmlformats.org/officeDocument/2006/relationships/image" Target="../media/image68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67.jpeg"/><Relationship Id="rId5" Type="http://schemas.openxmlformats.org/officeDocument/2006/relationships/image" Target="../media/image66.jpeg"/><Relationship Id="rId4" Type="http://schemas.openxmlformats.org/officeDocument/2006/relationships/image" Target="../media/image65.jpeg"/><Relationship Id="rId9" Type="http://schemas.openxmlformats.org/officeDocument/2006/relationships/image" Target="../media/image70.jpe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6.jpeg"/><Relationship Id="rId3" Type="http://schemas.openxmlformats.org/officeDocument/2006/relationships/image" Target="../media/image71.jpeg"/><Relationship Id="rId7" Type="http://schemas.openxmlformats.org/officeDocument/2006/relationships/image" Target="../media/image75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74.jpeg"/><Relationship Id="rId5" Type="http://schemas.openxmlformats.org/officeDocument/2006/relationships/image" Target="../media/image73.jpeg"/><Relationship Id="rId10" Type="http://schemas.openxmlformats.org/officeDocument/2006/relationships/image" Target="../media/image49.jpeg"/><Relationship Id="rId4" Type="http://schemas.openxmlformats.org/officeDocument/2006/relationships/image" Target="../media/image72.jpeg"/><Relationship Id="rId9" Type="http://schemas.openxmlformats.org/officeDocument/2006/relationships/image" Target="../media/image77.jpe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3.jpeg"/><Relationship Id="rId3" Type="http://schemas.openxmlformats.org/officeDocument/2006/relationships/image" Target="../media/image78.jpeg"/><Relationship Id="rId7" Type="http://schemas.openxmlformats.org/officeDocument/2006/relationships/image" Target="../media/image82.jpe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81.jpeg"/><Relationship Id="rId5" Type="http://schemas.openxmlformats.org/officeDocument/2006/relationships/image" Target="../media/image80.jpeg"/><Relationship Id="rId4" Type="http://schemas.openxmlformats.org/officeDocument/2006/relationships/image" Target="../media/image79.jpe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.jpeg"/><Relationship Id="rId13" Type="http://schemas.openxmlformats.org/officeDocument/2006/relationships/image" Target="../media/image94.jpeg"/><Relationship Id="rId3" Type="http://schemas.openxmlformats.org/officeDocument/2006/relationships/image" Target="../media/image84.jpeg"/><Relationship Id="rId7" Type="http://schemas.openxmlformats.org/officeDocument/2006/relationships/image" Target="../media/image88.jpeg"/><Relationship Id="rId12" Type="http://schemas.openxmlformats.org/officeDocument/2006/relationships/image" Target="../media/image93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87.jpeg"/><Relationship Id="rId11" Type="http://schemas.openxmlformats.org/officeDocument/2006/relationships/image" Target="../media/image92.jpeg"/><Relationship Id="rId5" Type="http://schemas.openxmlformats.org/officeDocument/2006/relationships/image" Target="../media/image86.jpeg"/><Relationship Id="rId10" Type="http://schemas.openxmlformats.org/officeDocument/2006/relationships/image" Target="../media/image91.jpeg"/><Relationship Id="rId4" Type="http://schemas.openxmlformats.org/officeDocument/2006/relationships/image" Target="../media/image85.jpeg"/><Relationship Id="rId9" Type="http://schemas.openxmlformats.org/officeDocument/2006/relationships/image" Target="../media/image90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7666581" name="Title 1"/>
          <p:cNvSpPr>
            <a:spLocks noGrp="1"/>
          </p:cNvSpPr>
          <p:nvPr>
            <p:ph type="ctrTitle"/>
          </p:nvPr>
        </p:nvSpPr>
        <p:spPr bwMode="auto">
          <a:xfrm>
            <a:off x="346470" y="522941"/>
            <a:ext cx="7676029" cy="5416176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normAutofit/>
          </a:bodyPr>
          <a:lstStyle/>
          <a:p>
            <a:pPr>
              <a:defRPr/>
            </a:pPr>
            <a:r>
              <a:rPr lang="ru-RU" sz="6000" b="0" i="0" u="none" strike="noStrike" cap="none" spc="0">
                <a:solidFill>
                  <a:schemeClr val="bg1"/>
                </a:solidFill>
                <a:latin typeface="Arial"/>
                <a:ea typeface="Arial"/>
                <a:cs typeface="Arial"/>
              </a:rPr>
              <a:t>Практическое руководство по ATAK-</a:t>
            </a:r>
            <a:r>
              <a:rPr lang="en-US" sz="6000" b="0" i="0" u="none" strike="noStrike" cap="none" spc="0">
                <a:solidFill>
                  <a:schemeClr val="bg1"/>
                </a:solidFill>
                <a:latin typeface="Arial"/>
                <a:ea typeface="Arial"/>
                <a:cs typeface="Arial"/>
              </a:rPr>
              <a:t>CIV</a:t>
            </a:r>
            <a:r>
              <a:rPr lang="ru-RU" sz="6000" b="0" i="0" u="none" strike="noStrike" cap="none" spc="0">
                <a:solidFill>
                  <a:schemeClr val="bg1"/>
                </a:solidFill>
                <a:latin typeface="Arial"/>
                <a:ea typeface="Arial"/>
                <a:cs typeface="Arial"/>
              </a:rPr>
              <a:t> 5.7.0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:w="http://schemas.openxmlformats.org/wordprocessingml/2006/main" xmlns:m="http://schemas.openxmlformats.org/officeDocument/2006/math" xmlns=""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3098520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 sz="4400" b="0" i="0" u="none" strike="noStrike" cap="none" spc="0">
                <a:solidFill>
                  <a:schemeClr val="bg1"/>
                </a:solidFill>
                <a:latin typeface="Arial"/>
                <a:ea typeface="Arial"/>
                <a:cs typeface="Arial"/>
              </a:rPr>
              <a:t>Введение: зачем нам это нужно?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193422390" name="Объект 2"/>
          <p:cNvSpPr>
            <a:spLocks noGrp="1"/>
          </p:cNvSpPr>
          <p:nvPr>
            <p:ph idx="1"/>
          </p:nvPr>
        </p:nvSpPr>
        <p:spPr bwMode="auto">
          <a:xfrm>
            <a:off x="838198" y="1825624"/>
            <a:ext cx="7324373" cy="4351338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normAutofit/>
          </a:bodyPr>
          <a:lstStyle/>
          <a:p>
            <a:pPr marL="0" indent="0">
              <a:buFont typeface="Arial"/>
              <a:buNone/>
              <a:defRPr/>
            </a:pPr>
            <a:r>
              <a:rPr lang="ru-RU" sz="2800" b="0" i="0" u="none" strike="noStrike" cap="none" spc="0">
                <a:solidFill>
                  <a:schemeClr val="bg1"/>
                </a:solidFill>
                <a:latin typeface="Arial"/>
                <a:ea typeface="Arial"/>
                <a:cs typeface="Arial"/>
              </a:rPr>
              <a:t>ATAK — это не просто навигатор вроде Яндекс.Карт. Это инструмент, который позволяет всей команде в реальном времени видеть друг друга на полигоне.</a:t>
            </a:r>
            <a:endParaRPr>
              <a:solidFill>
                <a:schemeClr val="bg1"/>
              </a:solidFill>
            </a:endParaRPr>
          </a:p>
          <a:p>
            <a:pPr>
              <a:defRPr/>
            </a:pPr>
            <a:r>
              <a:rPr lang="ru-RU" sz="2800" b="0" i="0" u="none" strike="noStrike" cap="none" spc="0">
                <a:solidFill>
                  <a:schemeClr val="bg1"/>
                </a:solidFill>
                <a:latin typeface="Arial"/>
                <a:ea typeface="Arial"/>
                <a:cs typeface="Arial"/>
              </a:rPr>
              <a:t>Вы всегда знаете, где ваши бойцы.</a:t>
            </a:r>
          </a:p>
          <a:p>
            <a:pPr>
              <a:defRPr/>
            </a:pPr>
            <a:r>
              <a:rPr lang="ru-RU" sz="2800" b="0" i="0" u="none" strike="noStrike" cap="none" spc="0">
                <a:solidFill>
                  <a:schemeClr val="bg1"/>
                </a:solidFill>
                <a:latin typeface="Arial"/>
                <a:ea typeface="Arial"/>
                <a:cs typeface="Arial"/>
              </a:rPr>
              <a:t>Вы можете «на ходу» передавать координаты противника без долгих объяснений по радиосвязи в духе: «Ну, он там, за третьим деревом справа от разрушенного кирпичного здания».</a:t>
            </a:r>
            <a:endParaRPr>
              <a:solidFill>
                <a:schemeClr val="bg1"/>
              </a:solidFill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4E718518-D6C9-5286-4D60-E08090B7337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9977"/>
          <a:stretch/>
        </p:blipFill>
        <p:spPr>
          <a:xfrm>
            <a:off x="8267700" y="1690688"/>
            <a:ext cx="3086100" cy="48021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:w="http://schemas.openxmlformats.org/wordprocessingml/2006/main" xmlns:m="http://schemas.openxmlformats.org/officeDocument/2006/math" xmlns=""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058511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 sz="4400" b="0" i="0" u="none" strike="noStrike" cap="none" spc="0">
                <a:solidFill>
                  <a:schemeClr val="bg1"/>
                </a:solidFill>
                <a:latin typeface="Arial"/>
                <a:ea typeface="Arial"/>
                <a:cs typeface="Arial"/>
              </a:rPr>
              <a:t>Часть 1. Первое включение и настройка связи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891037240" name="Текст 2"/>
          <p:cNvSpPr>
            <a:spLocks noGrp="1"/>
          </p:cNvSpPr>
          <p:nvPr>
            <p:ph type="body" idx="1"/>
          </p:nvPr>
        </p:nvSpPr>
        <p:spPr bwMode="auto">
          <a:xfrm>
            <a:off x="838198" y="1825624"/>
            <a:ext cx="10515600" cy="4351338"/>
          </a:xfrm>
          <a:prstGeom prst="rect">
            <a:avLst/>
          </a:prstGeom>
          <a:solidFill>
            <a:schemeClr val="tx1"/>
          </a:solidFill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normAutofit/>
          </a:bodyPr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algn="ctr">
              <a:defRPr/>
            </a:pPr>
            <a:r>
              <a:rPr lang="ru-RU" sz="3600" b="1" i="0" u="none" strike="noStrike" cap="none" spc="0">
                <a:solidFill>
                  <a:schemeClr val="bg1"/>
                </a:solidFill>
                <a:latin typeface="Arial"/>
                <a:ea typeface="Arial"/>
                <a:cs typeface="Arial"/>
              </a:rPr>
              <a:t>!!!! ВАЖНОЕ ПРАВИЛО !!!! </a:t>
            </a:r>
          </a:p>
          <a:p>
            <a:pPr algn="ctr">
              <a:defRPr/>
            </a:pPr>
            <a:r>
              <a:rPr lang="ru-RU" sz="3600" b="1" i="0" u="none" strike="noStrike" cap="none" spc="0">
                <a:solidFill>
                  <a:schemeClr val="bg1"/>
                </a:solidFill>
                <a:latin typeface="Arial"/>
                <a:ea typeface="Arial"/>
                <a:cs typeface="Arial"/>
              </a:rPr>
              <a:t>Наш сервер FTS будет запущен ровно за сутки до начала игры. Каждый боец обязан настроить подключение и проверить связь заранее из дома, чтобы на самом полигоне мы не тратили игровое время на технические проблемы.</a:t>
            </a:r>
            <a:endParaRPr sz="2800"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:w="http://schemas.openxmlformats.org/wordprocessingml/2006/main" xmlns:m="http://schemas.openxmlformats.org/officeDocument/2006/math" xmlns=""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3303113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 sz="4400" b="0" i="0" u="none" strike="noStrike" cap="none" spc="0">
                <a:solidFill>
                  <a:schemeClr val="bg1"/>
                </a:solidFill>
                <a:latin typeface="Arial"/>
                <a:ea typeface="Arial"/>
                <a:cs typeface="Arial"/>
              </a:rPr>
              <a:t>Часть 1. Первое включение и настройка связи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627115905" name="Текст 2"/>
          <p:cNvSpPr>
            <a:spLocks noGrp="1"/>
          </p:cNvSpPr>
          <p:nvPr>
            <p:ph type="body" idx="1"/>
          </p:nvPr>
        </p:nvSpPr>
        <p:spPr bwMode="auto">
          <a:xfrm>
            <a:off x="839787" y="1681162"/>
            <a:ext cx="5157785" cy="823911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normAutofit/>
          </a:bodyPr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defRPr/>
            </a:pPr>
            <a:r>
              <a:rPr lang="ru-RU" sz="2600" b="1" i="0" u="none" strike="noStrike" cap="none" spc="0">
                <a:solidFill>
                  <a:schemeClr val="bg1"/>
                </a:solidFill>
                <a:latin typeface="Arial"/>
                <a:ea typeface="Arial"/>
                <a:cs typeface="Arial"/>
              </a:rPr>
              <a:t>1. Имя и цвет (Позывной)</a:t>
            </a:r>
            <a:endParaRPr sz="2600">
              <a:solidFill>
                <a:schemeClr val="bg1"/>
              </a:solidFill>
            </a:endParaRPr>
          </a:p>
        </p:txBody>
      </p:sp>
      <p:sp>
        <p:nvSpPr>
          <p:cNvPr id="583827276" name="Объект 3"/>
          <p:cNvSpPr>
            <a:spLocks noGrp="1"/>
          </p:cNvSpPr>
          <p:nvPr>
            <p:ph sz="half" idx="2"/>
          </p:nvPr>
        </p:nvSpPr>
        <p:spPr bwMode="auto">
          <a:xfrm>
            <a:off x="839787" y="2505074"/>
            <a:ext cx="5157785" cy="3684587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noAutofit/>
          </a:bodyPr>
          <a:lstStyle/>
          <a:p>
            <a:pPr>
              <a:defRPr/>
            </a:pPr>
            <a:r>
              <a:rPr lang="ru-RU" sz="2000" b="0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Открываем главное меню (кнопка ☰ в правом верхнем углу).</a:t>
            </a:r>
          </a:p>
          <a:p>
            <a:pPr>
              <a:defRPr/>
            </a:pPr>
            <a:r>
              <a:rPr lang="ru-RU" sz="2000" b="0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Переходим: </a:t>
            </a:r>
            <a:r>
              <a:rPr lang="ru-RU" sz="2000" b="0" i="0" u="none" strike="noStrike" cap="none" spc="0" dirty="0" err="1">
                <a:solidFill>
                  <a:schemeClr val="bg1"/>
                </a:solidFill>
                <a:latin typeface="Arial"/>
                <a:ea typeface="Arial"/>
                <a:cs typeface="Arial"/>
              </a:rPr>
              <a:t>Settings</a:t>
            </a:r>
            <a:r>
              <a:rPr lang="ru-RU" sz="2000" b="0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 -&gt; </a:t>
            </a:r>
            <a:r>
              <a:rPr lang="en-US" sz="2000" b="0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Callsign and Device Preference</a:t>
            </a:r>
            <a:r>
              <a:rPr lang="ru-RU" sz="2000" b="0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 -&gt;</a:t>
            </a:r>
            <a:r>
              <a:rPr lang="en-US" sz="2000" b="0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 Callsign Preference</a:t>
            </a:r>
            <a:endParaRPr lang="ru-RU" sz="2000" b="0" i="0" u="none" strike="noStrike" cap="none" spc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ru-RU" sz="2000" b="0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В графе </a:t>
            </a:r>
            <a:r>
              <a:rPr lang="en-US" sz="2000" b="0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My Callsign</a:t>
            </a:r>
            <a:r>
              <a:rPr lang="ru-RU" sz="2000" b="0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 пишем свой страйкбольный позывной.</a:t>
            </a:r>
          </a:p>
          <a:p>
            <a:pPr>
              <a:defRPr/>
            </a:pPr>
            <a:r>
              <a:rPr lang="ru-RU" sz="2000" b="0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В графе </a:t>
            </a:r>
            <a:r>
              <a:rPr lang="en-US" sz="2000" b="0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My Team </a:t>
            </a:r>
            <a:r>
              <a:rPr lang="ru-RU" sz="2000" b="0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выбираем единый цвет нашей команды (например, Blue или Green). </a:t>
            </a:r>
            <a:endParaRPr lang="en-US" sz="2000" b="0" i="0" u="none" strike="noStrike" cap="none" spc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ru-RU" sz="2000" dirty="0">
                <a:solidFill>
                  <a:schemeClr val="bg1"/>
                </a:solidFill>
              </a:rPr>
              <a:t>В графе </a:t>
            </a:r>
            <a:r>
              <a:rPr lang="en-US" sz="2000" dirty="0">
                <a:solidFill>
                  <a:schemeClr val="bg1"/>
                </a:solidFill>
              </a:rPr>
              <a:t>My Role </a:t>
            </a:r>
            <a:r>
              <a:rPr lang="ru-RU" sz="2000" dirty="0">
                <a:solidFill>
                  <a:schemeClr val="bg1"/>
                </a:solidFill>
              </a:rPr>
              <a:t>в подразделе </a:t>
            </a:r>
            <a:r>
              <a:rPr lang="en-US" sz="2000" dirty="0">
                <a:solidFill>
                  <a:schemeClr val="bg1"/>
                </a:solidFill>
              </a:rPr>
              <a:t>Default </a:t>
            </a:r>
            <a:r>
              <a:rPr lang="ru-RU" sz="2000" dirty="0">
                <a:solidFill>
                  <a:schemeClr val="bg1"/>
                </a:solidFill>
              </a:rPr>
              <a:t>выбираем соответствующие роли</a:t>
            </a:r>
            <a:endParaRPr sz="2000" dirty="0">
              <a:solidFill>
                <a:schemeClr val="bg1"/>
              </a:solidFill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B8FF4326-E227-2DE4-23EA-149AEA0F9A9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97572" y="1681162"/>
            <a:ext cx="2951747" cy="1328286"/>
          </a:xfrm>
          <a:prstGeom prst="rect">
            <a:avLst/>
          </a:prstGeom>
          <a:ln>
            <a:solidFill>
              <a:srgbClr val="FF0000"/>
            </a:solidFill>
          </a:ln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DDDED2E3-6AAF-1B37-2BDA-DD646F25A60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49319" y="1681162"/>
            <a:ext cx="2951747" cy="1328286"/>
          </a:xfrm>
          <a:prstGeom prst="rect">
            <a:avLst/>
          </a:prstGeom>
          <a:ln>
            <a:solidFill>
              <a:srgbClr val="FF0000"/>
            </a:solidFill>
          </a:ln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C4E8D6CF-440A-0E05-26DA-5252FBD3097D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97574" y="3009447"/>
            <a:ext cx="2951746" cy="1328285"/>
          </a:xfrm>
          <a:prstGeom prst="rect">
            <a:avLst/>
          </a:prstGeom>
          <a:ln>
            <a:solidFill>
              <a:srgbClr val="FF0000"/>
            </a:solidFill>
          </a:ln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44559E79-5CD1-110B-5ECC-75EF905D2F2D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49318" y="3009446"/>
            <a:ext cx="2951745" cy="1328285"/>
          </a:xfrm>
          <a:prstGeom prst="rect">
            <a:avLst/>
          </a:prstGeom>
          <a:ln>
            <a:solidFill>
              <a:srgbClr val="FF0000"/>
            </a:solidFill>
          </a:ln>
        </p:spPr>
      </p:pic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2B7F3279-D056-799A-E8F6-AD1F0E75369B}"/>
              </a:ext>
            </a:extLst>
          </p:cNvPr>
          <p:cNvSpPr/>
          <p:nvPr/>
        </p:nvSpPr>
        <p:spPr>
          <a:xfrm>
            <a:off x="8680450" y="1828800"/>
            <a:ext cx="120650" cy="114300"/>
          </a:xfrm>
          <a:prstGeom prst="round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n>
                <a:solidFill>
                  <a:schemeClr val="accent2">
                    <a:lumMod val="75000"/>
                  </a:schemeClr>
                </a:solidFill>
              </a:ln>
            </a:endParaRPr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2E6E64E4-EF31-F923-DFC2-1EBDC0F4C176}"/>
              </a:ext>
            </a:extLst>
          </p:cNvPr>
          <p:cNvSpPr/>
          <p:nvPr/>
        </p:nvSpPr>
        <p:spPr bwMode="auto">
          <a:xfrm>
            <a:off x="7925593" y="2674143"/>
            <a:ext cx="644525" cy="154781"/>
          </a:xfrm>
          <a:prstGeom prst="round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n>
                <a:solidFill>
                  <a:schemeClr val="accent2">
                    <a:lumMod val="75000"/>
                  </a:schemeClr>
                </a:solidFill>
              </a:ln>
            </a:endParaRPr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3D09BD4C-539F-1786-6228-E752A9415DD8}"/>
              </a:ext>
            </a:extLst>
          </p:cNvPr>
          <p:cNvSpPr/>
          <p:nvPr/>
        </p:nvSpPr>
        <p:spPr bwMode="auto">
          <a:xfrm>
            <a:off x="9119976" y="1943100"/>
            <a:ext cx="1357524" cy="185738"/>
          </a:xfrm>
          <a:prstGeom prst="round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n>
                <a:solidFill>
                  <a:schemeClr val="accent2">
                    <a:lumMod val="75000"/>
                  </a:schemeClr>
                </a:solidFill>
              </a:ln>
            </a:endParaRPr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2C40BFDE-1801-58FF-E4BD-5142DEBC1883}"/>
              </a:ext>
            </a:extLst>
          </p:cNvPr>
          <p:cNvSpPr/>
          <p:nvPr/>
        </p:nvSpPr>
        <p:spPr bwMode="auto">
          <a:xfrm>
            <a:off x="6192043" y="3388518"/>
            <a:ext cx="1088232" cy="154781"/>
          </a:xfrm>
          <a:prstGeom prst="round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n>
                <a:solidFill>
                  <a:schemeClr val="accent2">
                    <a:lumMod val="75000"/>
                  </a:schemeClr>
                </a:solidFill>
              </a:ln>
            </a:endParaRPr>
          </a:p>
        </p:txBody>
      </p:sp>
      <p:sp>
        <p:nvSpPr>
          <p:cNvPr id="16" name="Прямоугольник: скругленные углы 15">
            <a:extLst>
              <a:ext uri="{FF2B5EF4-FFF2-40B4-BE49-F238E27FC236}">
                <a16:creationId xmlns:a16="http://schemas.microsoft.com/office/drawing/2014/main" id="{E61E386C-6DBD-F1EF-D0D3-95BBC24263C9}"/>
              </a:ext>
            </a:extLst>
          </p:cNvPr>
          <p:cNvSpPr/>
          <p:nvPr/>
        </p:nvSpPr>
        <p:spPr bwMode="auto">
          <a:xfrm>
            <a:off x="9119976" y="3392204"/>
            <a:ext cx="820949" cy="560671"/>
          </a:xfrm>
          <a:prstGeom prst="round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n>
                <a:solidFill>
                  <a:schemeClr val="accent2">
                    <a:lumMod val="75000"/>
                  </a:schemeClr>
                </a:solidFill>
              </a:ln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:w="http://schemas.openxmlformats.org/wordprocessingml/2006/main" xmlns:m="http://schemas.openxmlformats.org/officeDocument/2006/math" xmlns=""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9012000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 sz="4400" b="0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Часть 1. Первое включение и настройка связи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1702033732" name="Текст 2"/>
          <p:cNvSpPr>
            <a:spLocks noGrp="1"/>
          </p:cNvSpPr>
          <p:nvPr>
            <p:ph type="body" idx="1"/>
          </p:nvPr>
        </p:nvSpPr>
        <p:spPr bwMode="auto">
          <a:xfrm>
            <a:off x="839787" y="1681162"/>
            <a:ext cx="5157785" cy="823911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normAutofit fontScale="90000" lnSpcReduction="2000"/>
          </a:bodyPr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defRPr/>
            </a:pPr>
            <a:r>
              <a:rPr lang="ru-RU" sz="2600" b="1" i="0" u="none" strike="noStrike" cap="none" spc="0">
                <a:solidFill>
                  <a:schemeClr val="bg1"/>
                </a:solidFill>
                <a:latin typeface="Arial"/>
                <a:ea typeface="Arial"/>
                <a:cs typeface="Arial"/>
              </a:rPr>
              <a:t>2. Подключение к серверу FTS (Делаем строго за день до игры)</a:t>
            </a:r>
            <a:endParaRPr sz="2600">
              <a:solidFill>
                <a:schemeClr val="bg1"/>
              </a:solidFill>
            </a:endParaRPr>
          </a:p>
        </p:txBody>
      </p:sp>
      <p:sp>
        <p:nvSpPr>
          <p:cNvPr id="282132711" name="Объект 3"/>
          <p:cNvSpPr>
            <a:spLocks noGrp="1"/>
          </p:cNvSpPr>
          <p:nvPr>
            <p:ph sz="half" idx="2"/>
          </p:nvPr>
        </p:nvSpPr>
        <p:spPr bwMode="auto">
          <a:xfrm>
            <a:off x="839787" y="2505074"/>
            <a:ext cx="5157785" cy="3684587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normAutofit fontScale="87500" lnSpcReduction="20000"/>
          </a:bodyPr>
          <a:lstStyle/>
          <a:p>
            <a:pPr>
              <a:defRPr/>
            </a:pPr>
            <a:r>
              <a:rPr lang="ru-RU" sz="1800" b="0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В главном меню ☰ выбираем </a:t>
            </a:r>
            <a:r>
              <a:rPr lang="en-US" sz="1800" b="0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Settings</a:t>
            </a:r>
            <a:r>
              <a:rPr lang="ru-RU" sz="1800" b="0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 -&gt;</a:t>
            </a:r>
            <a:r>
              <a:rPr lang="en-US" sz="1800" b="0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Network Preferences</a:t>
            </a:r>
            <a:r>
              <a:rPr lang="ru-RU" sz="1800" b="0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 -&gt;</a:t>
            </a:r>
            <a:r>
              <a:rPr lang="en-US" sz="1800" b="0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 Network Preferences</a:t>
            </a:r>
            <a:r>
              <a:rPr lang="ru-RU" sz="1800" b="0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 -&gt;</a:t>
            </a:r>
            <a:r>
              <a:rPr lang="en-US" sz="1800" b="0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 Network Preferences</a:t>
            </a:r>
            <a:r>
              <a:rPr lang="ru-RU" sz="1800" b="0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 -&gt; </a:t>
            </a:r>
            <a:r>
              <a:rPr lang="en-US" sz="1800" b="0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Manage Server Connection</a:t>
            </a:r>
            <a:r>
              <a:rPr lang="ru-RU" sz="1800" b="0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.</a:t>
            </a:r>
          </a:p>
          <a:p>
            <a:pPr>
              <a:defRPr/>
            </a:pPr>
            <a:r>
              <a:rPr lang="ru-RU" sz="1800" b="0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Нажимаем на </a:t>
            </a:r>
            <a:r>
              <a:rPr lang="ru-RU" sz="180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точки</a:t>
            </a:r>
            <a:r>
              <a:rPr lang="ru-RU" sz="1800" b="0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 (+) -&gt;</a:t>
            </a:r>
            <a:r>
              <a:rPr lang="en-US" sz="1800" b="0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Add</a:t>
            </a:r>
            <a:r>
              <a:rPr lang="ru-RU" sz="1800" b="0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.</a:t>
            </a:r>
          </a:p>
          <a:p>
            <a:pPr>
              <a:defRPr/>
            </a:pPr>
            <a:r>
              <a:rPr lang="ru-RU" sz="1800" b="0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Заполняем:</a:t>
            </a:r>
          </a:p>
          <a:p>
            <a:pPr marL="540000" marR="0" indent="0">
              <a:buNone/>
              <a:defRPr/>
            </a:pPr>
            <a:r>
              <a:rPr lang="ru-RU" sz="1800" b="0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Name: Название (пишем, например, </a:t>
            </a:r>
            <a:r>
              <a:rPr lang="ru-RU" sz="1800" b="0" i="0" u="none" strike="noStrike" cap="none" spc="0" dirty="0" err="1">
                <a:solidFill>
                  <a:schemeClr val="bg1"/>
                </a:solidFill>
                <a:latin typeface="Arial"/>
                <a:ea typeface="Arial"/>
                <a:cs typeface="Arial"/>
              </a:rPr>
              <a:t>FTS_Team</a:t>
            </a:r>
            <a:r>
              <a:rPr lang="ru-RU" sz="1800" b="0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)</a:t>
            </a:r>
          </a:p>
          <a:p>
            <a:pPr marL="540000" marR="0" indent="0">
              <a:buNone/>
              <a:defRPr/>
            </a:pPr>
            <a:r>
              <a:rPr lang="ru-RU" sz="1800" b="0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Address: IP-адрес сервера</a:t>
            </a:r>
            <a:endParaRPr lang="en-US" sz="1800" b="0" i="0" u="none" strike="noStrike" cap="none" spc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  <a:p>
            <a:pPr marL="540000" marR="0" indent="0">
              <a:buNone/>
              <a:defRPr/>
            </a:pPr>
            <a:r>
              <a:rPr lang="ru-RU" sz="180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Ставим галочку «</a:t>
            </a:r>
            <a:r>
              <a:rPr lang="en-US" sz="180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Advanced Options</a:t>
            </a:r>
            <a:r>
              <a:rPr lang="ru-RU" sz="180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» и в </a:t>
            </a:r>
            <a:r>
              <a:rPr lang="en-US" sz="180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Streaming Protocol </a:t>
            </a:r>
            <a:r>
              <a:rPr lang="ru-RU" sz="180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ставим </a:t>
            </a:r>
            <a:r>
              <a:rPr lang="en-US" sz="180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TCP </a:t>
            </a:r>
            <a:endParaRPr lang="ru-RU" sz="1800" b="0" i="0" u="none" strike="noStrike" cap="none" spc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  <a:p>
            <a:pPr marL="540000" marR="0" indent="0">
              <a:buNone/>
              <a:defRPr/>
            </a:pPr>
            <a:r>
              <a:rPr lang="ru-RU" sz="1800" b="0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Port: Номер порта</a:t>
            </a:r>
          </a:p>
          <a:p>
            <a:pPr>
              <a:defRPr/>
            </a:pPr>
            <a:r>
              <a:rPr lang="ru-RU" sz="1800" b="0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Проверка связи: Возвращаемся в список серверов. Кружок напротив нашего сервера должен загореться зеленым. Если загорелся — вы в сети, подготовка завершена.</a:t>
            </a:r>
            <a:endParaRPr dirty="0">
              <a:solidFill>
                <a:schemeClr val="bg1"/>
              </a:solidFill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847E9D1-D831-CCC2-A001-9A769D1DA83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39958" y="1681163"/>
            <a:ext cx="2557951" cy="1151078"/>
          </a:xfrm>
          <a:prstGeom prst="rect">
            <a:avLst/>
          </a:prstGeom>
          <a:ln>
            <a:solidFill>
              <a:srgbClr val="C00000"/>
            </a:solidFill>
          </a:ln>
        </p:spPr>
      </p:pic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818D5F0B-A817-47EF-10CD-6EE2C20C866B}"/>
              </a:ext>
            </a:extLst>
          </p:cNvPr>
          <p:cNvSpPr/>
          <p:nvPr/>
        </p:nvSpPr>
        <p:spPr bwMode="auto">
          <a:xfrm>
            <a:off x="9053043" y="1799705"/>
            <a:ext cx="119532" cy="119584"/>
          </a:xfrm>
          <a:prstGeom prst="round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n>
                <a:solidFill>
                  <a:schemeClr val="accent2">
                    <a:lumMod val="75000"/>
                  </a:schemeClr>
                </a:solidFill>
              </a:ln>
            </a:endParaRPr>
          </a:p>
        </p:txBody>
      </p:sp>
      <p:sp>
        <p:nvSpPr>
          <p:cNvPr id="5" name="Прямоугольник: скругленные углы 4">
            <a:extLst>
              <a:ext uri="{FF2B5EF4-FFF2-40B4-BE49-F238E27FC236}">
                <a16:creationId xmlns:a16="http://schemas.microsoft.com/office/drawing/2014/main" id="{5376DC20-167C-F9F7-FC57-C1F50E773789}"/>
              </a:ext>
            </a:extLst>
          </p:cNvPr>
          <p:cNvSpPr/>
          <p:nvPr/>
        </p:nvSpPr>
        <p:spPr bwMode="auto">
          <a:xfrm>
            <a:off x="8402731" y="2540001"/>
            <a:ext cx="795244" cy="146050"/>
          </a:xfrm>
          <a:prstGeom prst="round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n>
                <a:solidFill>
                  <a:schemeClr val="accent2">
                    <a:lumMod val="75000"/>
                  </a:schemeClr>
                </a:solidFill>
              </a:ln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D11FEAA0-12C4-B596-970F-82C93FFC1D6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97909" y="1690688"/>
            <a:ext cx="2536785" cy="1141553"/>
          </a:xfrm>
          <a:prstGeom prst="rect">
            <a:avLst/>
          </a:prstGeom>
          <a:ln>
            <a:solidFill>
              <a:srgbClr val="C00000"/>
            </a:solidFill>
          </a:ln>
        </p:spPr>
      </p:pic>
      <p:sp>
        <p:nvSpPr>
          <p:cNvPr id="8" name="Прямоугольник: скругленные углы 7">
            <a:extLst>
              <a:ext uri="{FF2B5EF4-FFF2-40B4-BE49-F238E27FC236}">
                <a16:creationId xmlns:a16="http://schemas.microsoft.com/office/drawing/2014/main" id="{F1984372-F886-095C-4652-E09C86396590}"/>
              </a:ext>
            </a:extLst>
          </p:cNvPr>
          <p:cNvSpPr/>
          <p:nvPr/>
        </p:nvSpPr>
        <p:spPr bwMode="auto">
          <a:xfrm>
            <a:off x="9450481" y="2093117"/>
            <a:ext cx="1874744" cy="146050"/>
          </a:xfrm>
          <a:prstGeom prst="round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n>
                <a:solidFill>
                  <a:schemeClr val="accent2">
                    <a:lumMod val="75000"/>
                  </a:schemeClr>
                </a:solidFill>
              </a:ln>
            </a:endParaRP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4A53349B-77AD-EC63-B0A7-D7F9E56C279C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39958" y="2832242"/>
            <a:ext cx="2557951" cy="1151078"/>
          </a:xfrm>
          <a:prstGeom prst="rect">
            <a:avLst/>
          </a:prstGeom>
          <a:ln>
            <a:solidFill>
              <a:srgbClr val="C00000"/>
            </a:solidFill>
          </a:ln>
        </p:spPr>
      </p:pic>
      <p:sp>
        <p:nvSpPr>
          <p:cNvPr id="11" name="Прямоугольник: скругленные углы 10">
            <a:extLst>
              <a:ext uri="{FF2B5EF4-FFF2-40B4-BE49-F238E27FC236}">
                <a16:creationId xmlns:a16="http://schemas.microsoft.com/office/drawing/2014/main" id="{8CFD3E29-9AF0-9D5C-53B0-F79DBFC370FE}"/>
              </a:ext>
            </a:extLst>
          </p:cNvPr>
          <p:cNvSpPr/>
          <p:nvPr/>
        </p:nvSpPr>
        <p:spPr bwMode="auto">
          <a:xfrm>
            <a:off x="6850156" y="3160713"/>
            <a:ext cx="2419178" cy="146050"/>
          </a:xfrm>
          <a:prstGeom prst="round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n>
                <a:solidFill>
                  <a:schemeClr val="accent2">
                    <a:lumMod val="75000"/>
                  </a:schemeClr>
                </a:solidFill>
              </a:ln>
            </a:endParaRP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B6FCBA56-A8E7-E978-E26C-F13AB33B0AA3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97909" y="2832241"/>
            <a:ext cx="2565360" cy="1154413"/>
          </a:xfrm>
          <a:prstGeom prst="rect">
            <a:avLst/>
          </a:prstGeom>
          <a:ln>
            <a:solidFill>
              <a:srgbClr val="C00000"/>
            </a:solidFill>
          </a:ln>
        </p:spPr>
      </p:pic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BE1DC78F-BE15-8B33-B552-BB70B25FD8BC}"/>
              </a:ext>
            </a:extLst>
          </p:cNvPr>
          <p:cNvSpPr/>
          <p:nvPr/>
        </p:nvSpPr>
        <p:spPr bwMode="auto">
          <a:xfrm>
            <a:off x="9297909" y="3513138"/>
            <a:ext cx="2386091" cy="146050"/>
          </a:xfrm>
          <a:prstGeom prst="round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n>
                <a:solidFill>
                  <a:schemeClr val="accent2">
                    <a:lumMod val="75000"/>
                  </a:schemeClr>
                </a:solidFill>
              </a:ln>
            </a:endParaRPr>
          </a:p>
        </p:txBody>
      </p:sp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9C0F859F-8E72-9A72-CF1C-A590C020282F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39958" y="3983321"/>
            <a:ext cx="2557951" cy="1151078"/>
          </a:xfrm>
          <a:prstGeom prst="rect">
            <a:avLst/>
          </a:prstGeom>
          <a:ln>
            <a:solidFill>
              <a:srgbClr val="C00000"/>
            </a:solidFill>
          </a:ln>
        </p:spPr>
      </p:pic>
      <p:sp>
        <p:nvSpPr>
          <p:cNvPr id="17" name="Прямоугольник: скругленные углы 16">
            <a:extLst>
              <a:ext uri="{FF2B5EF4-FFF2-40B4-BE49-F238E27FC236}">
                <a16:creationId xmlns:a16="http://schemas.microsoft.com/office/drawing/2014/main" id="{D28C2D7B-D5FB-9BC7-BFD7-F9782A7DB8C0}"/>
              </a:ext>
            </a:extLst>
          </p:cNvPr>
          <p:cNvSpPr/>
          <p:nvPr/>
        </p:nvSpPr>
        <p:spPr bwMode="auto">
          <a:xfrm>
            <a:off x="6878731" y="4485835"/>
            <a:ext cx="2358138" cy="146050"/>
          </a:xfrm>
          <a:prstGeom prst="round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n>
                <a:solidFill>
                  <a:schemeClr val="accent2">
                    <a:lumMod val="75000"/>
                  </a:schemeClr>
                </a:solidFill>
              </a:ln>
            </a:endParaRPr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0E7A8AC1-4B2B-1882-86E5-C39930B3712D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05318" y="3988083"/>
            <a:ext cx="2565360" cy="1151078"/>
          </a:xfrm>
          <a:prstGeom prst="rect">
            <a:avLst/>
          </a:prstGeom>
          <a:ln>
            <a:solidFill>
              <a:srgbClr val="C00000"/>
            </a:solidFill>
          </a:ln>
        </p:spPr>
      </p:pic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047672D6-4402-EA0D-5706-BBA4956AFF3A}"/>
              </a:ext>
            </a:extLst>
          </p:cNvPr>
          <p:cNvSpPr/>
          <p:nvPr/>
        </p:nvSpPr>
        <p:spPr bwMode="auto">
          <a:xfrm>
            <a:off x="11601450" y="4108358"/>
            <a:ext cx="113279" cy="98892"/>
          </a:xfrm>
          <a:prstGeom prst="round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n>
                <a:solidFill>
                  <a:schemeClr val="accent2">
                    <a:lumMod val="75000"/>
                  </a:schemeClr>
                </a:solidFill>
              </a:ln>
            </a:endParaRPr>
          </a:p>
        </p:txBody>
      </p:sp>
      <p:sp>
        <p:nvSpPr>
          <p:cNvPr id="21" name="Прямоугольник: скругленные углы 20">
            <a:extLst>
              <a:ext uri="{FF2B5EF4-FFF2-40B4-BE49-F238E27FC236}">
                <a16:creationId xmlns:a16="http://schemas.microsoft.com/office/drawing/2014/main" id="{2CDC0D6A-A66C-E36C-0B36-EE290870220E}"/>
              </a:ext>
            </a:extLst>
          </p:cNvPr>
          <p:cNvSpPr/>
          <p:nvPr/>
        </p:nvSpPr>
        <p:spPr bwMode="auto">
          <a:xfrm>
            <a:off x="11182350" y="4241192"/>
            <a:ext cx="532379" cy="86333"/>
          </a:xfrm>
          <a:prstGeom prst="round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n>
                <a:solidFill>
                  <a:schemeClr val="accent2">
                    <a:lumMod val="75000"/>
                  </a:schemeClr>
                </a:solidFill>
              </a:ln>
            </a:endParaRPr>
          </a:p>
        </p:txBody>
      </p:sp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A892EE14-C42D-CBDB-3A7A-4B2E54344129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39958" y="5151108"/>
            <a:ext cx="2565360" cy="1154412"/>
          </a:xfrm>
          <a:prstGeom prst="rect">
            <a:avLst/>
          </a:prstGeom>
          <a:ln>
            <a:solidFill>
              <a:srgbClr val="C00000"/>
            </a:solidFill>
          </a:ln>
        </p:spPr>
      </p:pic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F564F6F0-7C51-11EB-EECB-F2F2248BB59C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1715" t="10326" r="6968" b="81638"/>
          <a:stretch/>
        </p:blipFill>
        <p:spPr bwMode="auto">
          <a:xfrm>
            <a:off x="3162566" y="3160713"/>
            <a:ext cx="99747" cy="18494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:w="http://schemas.openxmlformats.org/wordprocessingml/2006/main" xmlns:m="http://schemas.openxmlformats.org/officeDocument/2006/math" xmlns=""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1657405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 sz="4400" b="0" i="0" u="none" strike="noStrike" cap="none" spc="0">
                <a:solidFill>
                  <a:schemeClr val="bg1"/>
                </a:solidFill>
                <a:latin typeface="Arial"/>
                <a:ea typeface="Arial"/>
                <a:cs typeface="Arial"/>
              </a:rPr>
              <a:t>Часть 1. Первое включение и настройка связи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674672471" name="Текст 2"/>
          <p:cNvSpPr>
            <a:spLocks noGrp="1"/>
          </p:cNvSpPr>
          <p:nvPr>
            <p:ph type="body" idx="1"/>
          </p:nvPr>
        </p:nvSpPr>
        <p:spPr bwMode="auto">
          <a:xfrm>
            <a:off x="839786" y="1681161"/>
            <a:ext cx="5157784" cy="823910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normAutofit/>
          </a:bodyPr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defRPr/>
            </a:pPr>
            <a:r>
              <a:rPr lang="ru-RU" sz="2600" b="1" i="0" u="none" strike="noStrike" cap="none" spc="0">
                <a:solidFill>
                  <a:schemeClr val="bg1"/>
                </a:solidFill>
                <a:latin typeface="Arial"/>
                <a:ea typeface="Arial"/>
                <a:cs typeface="Arial"/>
              </a:rPr>
              <a:t>3. </a:t>
            </a:r>
            <a:r>
              <a:rPr lang="ru-RU" sz="2300" b="1" i="0" u="none" strike="noStrike" cap="none" spc="0">
                <a:solidFill>
                  <a:schemeClr val="bg1"/>
                </a:solidFill>
                <a:latin typeface="Arial"/>
                <a:ea typeface="Arial"/>
                <a:cs typeface="Arial"/>
              </a:rPr>
              <a:t>Загрузка и установка офлайн-карт</a:t>
            </a:r>
            <a:endParaRPr sz="2600">
              <a:solidFill>
                <a:schemeClr val="bg1"/>
              </a:solidFill>
            </a:endParaRPr>
          </a:p>
        </p:txBody>
      </p:sp>
      <p:sp>
        <p:nvSpPr>
          <p:cNvPr id="1589264318" name="Объект 3"/>
          <p:cNvSpPr>
            <a:spLocks noGrp="1"/>
          </p:cNvSpPr>
          <p:nvPr>
            <p:ph sz="half" idx="2"/>
          </p:nvPr>
        </p:nvSpPr>
        <p:spPr bwMode="auto">
          <a:xfrm>
            <a:off x="839786" y="2505073"/>
            <a:ext cx="5157784" cy="3684586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normAutofit/>
          </a:bodyPr>
          <a:lstStyle/>
          <a:p>
            <a:pPr marL="0" indent="0">
              <a:buFont typeface="Arial"/>
              <a:buNone/>
              <a:defRPr/>
            </a:pPr>
            <a:r>
              <a:rPr lang="ru-RU" sz="1800" b="0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⚠️ ЖЕСТКОЕ ПРАВИЛО ДЛЯ ВСЕЙ КОМАНДЫ: Гражданский ATAK-CIV изначально «заточен» под американские и международные серверы. Российские карты он вообще не загружает по умолчанию. Если вы просто установите программу и приедете на полигон — у вас на экране будет пустая серая сетка. Каждый боец обязан залить в телефон ту конкретную карту полигона, которую подготовил и скинул командир. ATAK на игре будет работать строго и только с нашим файлом карты.</a:t>
            </a:r>
            <a:endParaRPr sz="3600" dirty="0">
              <a:solidFill>
                <a:schemeClr val="bg1"/>
              </a:solidFill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EA166B90-88FF-ECB2-8331-0EA22B55AAF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7749" y="1262059"/>
            <a:ext cx="3942080" cy="49276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:w="http://schemas.openxmlformats.org/wordprocessingml/2006/main" xmlns:m="http://schemas.openxmlformats.org/officeDocument/2006/math" xmlns=""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6712105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 sz="4400" b="0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Часть 1. Первое включение и настройка связи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2011639147" name="Текст 2"/>
          <p:cNvSpPr>
            <a:spLocks noGrp="1"/>
          </p:cNvSpPr>
          <p:nvPr>
            <p:ph type="body" idx="1"/>
          </p:nvPr>
        </p:nvSpPr>
        <p:spPr bwMode="auto">
          <a:xfrm>
            <a:off x="839786" y="1681161"/>
            <a:ext cx="5157784" cy="823910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normAutofit/>
          </a:bodyPr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defRPr/>
            </a:pPr>
            <a:r>
              <a:rPr lang="ru-RU" sz="2600" b="1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3. </a:t>
            </a:r>
            <a:r>
              <a:rPr lang="ru-RU" sz="2300" b="1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Загрузка и установка офлайн-карт</a:t>
            </a:r>
            <a:endParaRPr sz="2600" dirty="0">
              <a:solidFill>
                <a:schemeClr val="bg1"/>
              </a:solidFill>
            </a:endParaRPr>
          </a:p>
        </p:txBody>
      </p:sp>
      <p:sp>
        <p:nvSpPr>
          <p:cNvPr id="1190112638" name="Объект 3"/>
          <p:cNvSpPr>
            <a:spLocks noGrp="1"/>
          </p:cNvSpPr>
          <p:nvPr>
            <p:ph sz="half" idx="2"/>
          </p:nvPr>
        </p:nvSpPr>
        <p:spPr bwMode="auto">
          <a:xfrm>
            <a:off x="839786" y="2505073"/>
            <a:ext cx="5157784" cy="3684586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normAutofit lnSpcReduction="10000"/>
          </a:bodyPr>
          <a:lstStyle/>
          <a:p>
            <a:pPr>
              <a:defRPr/>
            </a:pPr>
            <a:r>
              <a:rPr lang="ru-RU" sz="1800" b="0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Скачиваем файл карты в формате </a:t>
            </a:r>
            <a:r>
              <a:rPr lang="en-US" sz="180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.</a:t>
            </a:r>
            <a:r>
              <a:rPr lang="en-US" sz="1800" b="0" i="0" u="none" strike="noStrike" cap="none" spc="0" dirty="0" err="1">
                <a:solidFill>
                  <a:schemeClr val="bg1"/>
                </a:solidFill>
                <a:latin typeface="Arial"/>
                <a:ea typeface="Arial"/>
                <a:cs typeface="Arial"/>
              </a:rPr>
              <a:t>mbtitles</a:t>
            </a:r>
            <a:r>
              <a:rPr lang="en-US" sz="1800" b="0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 </a:t>
            </a:r>
            <a:r>
              <a:rPr lang="ru-RU" sz="1800" b="0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в память смартфона.</a:t>
            </a:r>
          </a:p>
          <a:p>
            <a:pPr>
              <a:defRPr/>
            </a:pPr>
            <a:r>
              <a:rPr lang="ru-RU" sz="180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На верхней панели нажимаем кнопку </a:t>
            </a:r>
            <a:r>
              <a:rPr lang="ru-RU" sz="1800" b="0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☰.</a:t>
            </a:r>
          </a:p>
          <a:p>
            <a:pPr>
              <a:defRPr/>
            </a:pPr>
            <a:r>
              <a:rPr lang="ru-RU" sz="180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Нажимаем кнопку </a:t>
            </a:r>
            <a:r>
              <a:rPr lang="en-US" sz="180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Import (      ).</a:t>
            </a:r>
          </a:p>
          <a:p>
            <a:pPr>
              <a:defRPr/>
            </a:pPr>
            <a:r>
              <a:rPr lang="ru-RU" sz="180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Выбираем источник </a:t>
            </a:r>
            <a:r>
              <a:rPr lang="en-US" sz="180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Local SD.</a:t>
            </a:r>
          </a:p>
          <a:p>
            <a:pPr>
              <a:defRPr/>
            </a:pPr>
            <a:r>
              <a:rPr lang="ru-RU" sz="1800" b="0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В открывшемся проводнике файлов переходим в папку с файлом карты и выбираем его.</a:t>
            </a:r>
          </a:p>
          <a:p>
            <a:pPr>
              <a:defRPr/>
            </a:pPr>
            <a:r>
              <a:rPr lang="en-US" sz="180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ATAK </a:t>
            </a:r>
            <a:r>
              <a:rPr lang="ru-RU" sz="180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выдаст запрос о способе обработки выбранного файла </a:t>
            </a:r>
            <a:r>
              <a:rPr lang="ru-RU" sz="1800" b="0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-&gt; выбираем </a:t>
            </a:r>
            <a:r>
              <a:rPr lang="en-US" sz="1800" b="0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Copy/</a:t>
            </a:r>
          </a:p>
          <a:p>
            <a:pPr>
              <a:defRPr/>
            </a:pPr>
            <a:r>
              <a:rPr lang="ru-RU" sz="1800" b="0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В окне с выбором способа отображения карты выбираем </a:t>
            </a:r>
            <a:r>
              <a:rPr lang="en-US" sz="1800" b="0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Imagery</a:t>
            </a:r>
            <a:r>
              <a:rPr lang="ru-RU" sz="1800" b="0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.</a:t>
            </a:r>
            <a:endParaRPr lang="en-US" sz="1800" b="0" i="0" u="none" strike="noStrike" cap="none" spc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E44545A-4684-BE8C-8D1B-081CEAB0399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94433" y="1681162"/>
            <a:ext cx="2778117" cy="1250152"/>
          </a:xfrm>
          <a:prstGeom prst="rect">
            <a:avLst/>
          </a:prstGeom>
          <a:ln>
            <a:solidFill>
              <a:srgbClr val="C00000"/>
            </a:solidFill>
          </a:ln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A4AACBED-3AC7-9F45-4826-1E636FB7247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2550" y="1681161"/>
            <a:ext cx="2778117" cy="1250153"/>
          </a:xfrm>
          <a:prstGeom prst="rect">
            <a:avLst/>
          </a:prstGeom>
          <a:ln>
            <a:solidFill>
              <a:srgbClr val="C00000"/>
            </a:solidFill>
          </a:ln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1BD449D3-63D1-2082-9CC9-9C26BC0A6121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94432" y="2931314"/>
            <a:ext cx="2778118" cy="1250153"/>
          </a:xfrm>
          <a:prstGeom prst="rect">
            <a:avLst/>
          </a:prstGeom>
          <a:ln>
            <a:solidFill>
              <a:srgbClr val="C00000"/>
            </a:solidFill>
          </a:ln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D9700412-28EE-AA00-E556-ECF6D86525CC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2550" y="2931314"/>
            <a:ext cx="2778117" cy="1250153"/>
          </a:xfrm>
          <a:prstGeom prst="rect">
            <a:avLst/>
          </a:prstGeom>
          <a:ln>
            <a:solidFill>
              <a:srgbClr val="C00000"/>
            </a:solidFill>
          </a:ln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0F99A193-5069-982A-2A9B-CF8996ECB0FB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94431" y="4181467"/>
            <a:ext cx="2778117" cy="1250153"/>
          </a:xfrm>
          <a:prstGeom prst="rect">
            <a:avLst/>
          </a:prstGeom>
          <a:ln>
            <a:solidFill>
              <a:srgbClr val="C00000"/>
            </a:solidFill>
          </a:ln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383BB619-4DEC-F2A0-FB9E-B29CEF70C57D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200" t="56064" r="29571" b="32507"/>
          <a:stretch/>
        </p:blipFill>
        <p:spPr bwMode="auto">
          <a:xfrm>
            <a:off x="3975717" y="3447476"/>
            <a:ext cx="221457" cy="217827"/>
          </a:xfrm>
          <a:prstGeom prst="rect">
            <a:avLst/>
          </a:prstGeom>
          <a:ln>
            <a:noFill/>
          </a:ln>
        </p:spPr>
      </p:pic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2F2616EB-3314-517B-53C0-3ABAC713E964}"/>
              </a:ext>
            </a:extLst>
          </p:cNvPr>
          <p:cNvSpPr/>
          <p:nvPr/>
        </p:nvSpPr>
        <p:spPr bwMode="auto">
          <a:xfrm>
            <a:off x="8715921" y="1816374"/>
            <a:ext cx="119532" cy="119584"/>
          </a:xfrm>
          <a:prstGeom prst="round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n>
                <a:solidFill>
                  <a:schemeClr val="accent2">
                    <a:lumMod val="75000"/>
                  </a:schemeClr>
                </a:solidFill>
              </a:ln>
            </a:endParaRPr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23C9BB1-A84D-33A3-BFF4-F14118B894B8}"/>
              </a:ext>
            </a:extLst>
          </p:cNvPr>
          <p:cNvSpPr/>
          <p:nvPr/>
        </p:nvSpPr>
        <p:spPr bwMode="auto">
          <a:xfrm>
            <a:off x="8001545" y="2373844"/>
            <a:ext cx="833907" cy="152662"/>
          </a:xfrm>
          <a:prstGeom prst="round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n>
                <a:solidFill>
                  <a:schemeClr val="accent2">
                    <a:lumMod val="75000"/>
                  </a:schemeClr>
                </a:solidFill>
              </a:ln>
            </a:endParaRPr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1614AF69-7E7B-8842-FFCE-E32DD0510D01}"/>
              </a:ext>
            </a:extLst>
          </p:cNvPr>
          <p:cNvSpPr/>
          <p:nvPr/>
        </p:nvSpPr>
        <p:spPr bwMode="auto">
          <a:xfrm>
            <a:off x="9618414" y="2255972"/>
            <a:ext cx="301873" cy="270534"/>
          </a:xfrm>
          <a:prstGeom prst="round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n>
                <a:solidFill>
                  <a:schemeClr val="accent2">
                    <a:lumMod val="75000"/>
                  </a:schemeClr>
                </a:solidFill>
              </a:ln>
            </a:endParaRPr>
          </a:p>
        </p:txBody>
      </p:sp>
      <p:sp>
        <p:nvSpPr>
          <p:cNvPr id="16" name="Прямоугольник: скругленные углы 15">
            <a:extLst>
              <a:ext uri="{FF2B5EF4-FFF2-40B4-BE49-F238E27FC236}">
                <a16:creationId xmlns:a16="http://schemas.microsoft.com/office/drawing/2014/main" id="{6C6CD952-9BF2-E060-CDCE-96179AAC7CF4}"/>
              </a:ext>
            </a:extLst>
          </p:cNvPr>
          <p:cNvSpPr/>
          <p:nvPr/>
        </p:nvSpPr>
        <p:spPr bwMode="auto">
          <a:xfrm>
            <a:off x="6480720" y="3428999"/>
            <a:ext cx="833907" cy="152662"/>
          </a:xfrm>
          <a:prstGeom prst="round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n>
                <a:solidFill>
                  <a:schemeClr val="accent2">
                    <a:lumMod val="75000"/>
                  </a:schemeClr>
                </a:solidFill>
              </a:ln>
            </a:endParaRPr>
          </a:p>
        </p:txBody>
      </p:sp>
      <p:sp>
        <p:nvSpPr>
          <p:cNvPr id="17" name="Прямоугольник: скругленные углы 16">
            <a:extLst>
              <a:ext uri="{FF2B5EF4-FFF2-40B4-BE49-F238E27FC236}">
                <a16:creationId xmlns:a16="http://schemas.microsoft.com/office/drawing/2014/main" id="{22E66A64-61F5-5539-EF54-E44858C61EF1}"/>
              </a:ext>
            </a:extLst>
          </p:cNvPr>
          <p:cNvSpPr/>
          <p:nvPr/>
        </p:nvSpPr>
        <p:spPr bwMode="auto">
          <a:xfrm>
            <a:off x="9939337" y="3677769"/>
            <a:ext cx="259557" cy="197780"/>
          </a:xfrm>
          <a:prstGeom prst="round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n>
                <a:solidFill>
                  <a:schemeClr val="accent2">
                    <a:lumMod val="75000"/>
                  </a:schemeClr>
                </a:solidFill>
              </a:ln>
            </a:endParaRPr>
          </a:p>
        </p:txBody>
      </p:sp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391EB879-E0EC-4186-07EF-11BC948BFF97}"/>
              </a:ext>
            </a:extLst>
          </p:cNvPr>
          <p:cNvSpPr/>
          <p:nvPr/>
        </p:nvSpPr>
        <p:spPr bwMode="auto">
          <a:xfrm>
            <a:off x="7583489" y="4781272"/>
            <a:ext cx="274636" cy="216971"/>
          </a:xfrm>
          <a:prstGeom prst="round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n>
                <a:solidFill>
                  <a:schemeClr val="accent2">
                    <a:lumMod val="75000"/>
                  </a:schemeClr>
                </a:solidFill>
              </a:ln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:w="http://schemas.openxmlformats.org/wordprocessingml/2006/main" xmlns:m="http://schemas.openxmlformats.org/officeDocument/2006/math" xmlns=""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3470070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 sz="4400" b="0" i="0" u="none" strike="noStrike" cap="none" spc="0">
                <a:solidFill>
                  <a:schemeClr val="bg1"/>
                </a:solidFill>
                <a:latin typeface="Arial"/>
                <a:ea typeface="Arial"/>
                <a:cs typeface="Arial"/>
              </a:rPr>
              <a:t>Часть 2. Главный экран и управление (в ландшафтном режиме)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180773846" name="Текст 2"/>
          <p:cNvSpPr>
            <a:spLocks noGrp="1"/>
          </p:cNvSpPr>
          <p:nvPr>
            <p:ph type="body" idx="1"/>
          </p:nvPr>
        </p:nvSpPr>
        <p:spPr bwMode="auto">
          <a:xfrm>
            <a:off x="839787" y="1681162"/>
            <a:ext cx="5157785" cy="823911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normAutofit/>
          </a:bodyPr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defRPr/>
            </a:pPr>
            <a:r>
              <a:rPr lang="ru-RU" sz="2300" b="1" i="0" u="none" strike="noStrike" cap="none" spc="0">
                <a:solidFill>
                  <a:schemeClr val="bg1"/>
                </a:solidFill>
                <a:latin typeface="Arial"/>
                <a:ea typeface="Arial"/>
                <a:cs typeface="Arial"/>
              </a:rPr>
              <a:t>Левый верхний угол (Навигация)</a:t>
            </a:r>
            <a:endParaRPr sz="2600">
              <a:solidFill>
                <a:schemeClr val="bg1"/>
              </a:solidFill>
            </a:endParaRPr>
          </a:p>
        </p:txBody>
      </p:sp>
      <p:sp>
        <p:nvSpPr>
          <p:cNvPr id="1556265940" name="Объект 3"/>
          <p:cNvSpPr>
            <a:spLocks noGrp="1"/>
          </p:cNvSpPr>
          <p:nvPr>
            <p:ph sz="half" idx="2"/>
          </p:nvPr>
        </p:nvSpPr>
        <p:spPr bwMode="auto">
          <a:xfrm>
            <a:off x="839787" y="2505074"/>
            <a:ext cx="5157785" cy="3684587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normAutofit/>
          </a:bodyPr>
          <a:lstStyle/>
          <a:p>
            <a:pPr marL="450000" marR="0" indent="-450000">
              <a:defRPr/>
            </a:pPr>
            <a:r>
              <a:rPr lang="ru-RU" sz="2000" b="0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Компас: Показывает на север. Нажатие выравнивает карту строго на север или по направлени</a:t>
            </a:r>
            <a:r>
              <a:rPr lang="ru-RU" sz="200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ю игрока.</a:t>
            </a:r>
            <a:endParaRPr lang="ru-RU" sz="1600" b="0" i="0" u="none" strike="noStrike" cap="none" spc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  <a:p>
            <a:pPr marL="450000" marR="0" indent="-450000">
              <a:defRPr/>
            </a:pPr>
            <a:r>
              <a:rPr lang="ru-RU" sz="2000" b="0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Прицел («Где я»): Одно нажатие возвращает карту на ваше текущее местоположение. </a:t>
            </a:r>
          </a:p>
          <a:p>
            <a:pPr marL="450000" marR="0" indent="-450000">
              <a:defRPr/>
            </a:pPr>
            <a:r>
              <a:rPr lang="ru-RU" sz="2000" b="0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Масштаб: Кнопки изменения масштаба (быстрее делать привычным жестом двух пальцев).</a:t>
            </a:r>
            <a:endParaRPr dirty="0">
              <a:solidFill>
                <a:schemeClr val="bg1"/>
              </a:solidFill>
            </a:endParaRPr>
          </a:p>
        </p:txBody>
      </p:sp>
      <p:pic>
        <p:nvPicPr>
          <p:cNvPr id="752658982" name="Рисунок 752658981"/>
          <p:cNvPicPr>
            <a:picLocks noChangeAspect="1"/>
          </p:cNvPicPr>
          <p:nvPr/>
        </p:nvPicPr>
        <p:blipFill rotWithShape="1">
          <a:blip r:embed="rId3"/>
          <a:srcRect r="48156"/>
          <a:stretch/>
        </p:blipFill>
        <p:spPr bwMode="auto">
          <a:xfrm>
            <a:off x="6172197" y="1690686"/>
            <a:ext cx="5183187" cy="4498974"/>
          </a:xfrm>
          <a:prstGeom prst="rect">
            <a:avLst/>
          </a:prstGeom>
        </p:spPr>
      </p:pic>
      <p:pic>
        <p:nvPicPr>
          <p:cNvPr id="124763598" name="Рисунок 124763597"/>
          <p:cNvPicPr>
            <a:picLocks noChangeAspect="1"/>
          </p:cNvPicPr>
          <p:nvPr/>
        </p:nvPicPr>
        <p:blipFill rotWithShape="1">
          <a:blip r:embed="rId3"/>
          <a:srcRect l="4749" t="10591" r="90668" b="78268"/>
          <a:stretch/>
        </p:blipFill>
        <p:spPr bwMode="auto">
          <a:xfrm>
            <a:off x="893980" y="2569537"/>
            <a:ext cx="403870" cy="441879"/>
          </a:xfrm>
          <a:prstGeom prst="rect">
            <a:avLst/>
          </a:prstGeom>
        </p:spPr>
      </p:pic>
      <p:pic>
        <p:nvPicPr>
          <p:cNvPr id="603806582" name="Рисунок 603806581"/>
          <p:cNvPicPr>
            <a:picLocks noChangeAspect="1"/>
          </p:cNvPicPr>
          <p:nvPr/>
        </p:nvPicPr>
        <p:blipFill rotWithShape="1">
          <a:blip r:embed="rId3"/>
          <a:srcRect l="4833" t="22652" r="90615" b="66377"/>
          <a:stretch/>
        </p:blipFill>
        <p:spPr bwMode="auto">
          <a:xfrm>
            <a:off x="890468" y="3553786"/>
            <a:ext cx="407381" cy="441879"/>
          </a:xfrm>
          <a:prstGeom prst="rect">
            <a:avLst/>
          </a:prstGeom>
        </p:spPr>
      </p:pic>
      <p:pic>
        <p:nvPicPr>
          <p:cNvPr id="1005272294" name="Рисунок 1005272293"/>
          <p:cNvPicPr>
            <a:picLocks noChangeAspect="1"/>
          </p:cNvPicPr>
          <p:nvPr/>
        </p:nvPicPr>
        <p:blipFill rotWithShape="1">
          <a:blip r:embed="rId3"/>
          <a:srcRect l="5039" t="35250" r="90938" b="45567"/>
          <a:stretch/>
        </p:blipFill>
        <p:spPr bwMode="auto">
          <a:xfrm>
            <a:off x="895683" y="4416796"/>
            <a:ext cx="402166" cy="862999"/>
          </a:xfrm>
          <a:prstGeom prst="rect">
            <a:avLst/>
          </a:prstGeom>
        </p:spPr>
      </p:pic>
      <p:sp>
        <p:nvSpPr>
          <p:cNvPr id="1486339322" name="Прямоугольник 1486339321"/>
          <p:cNvSpPr/>
          <p:nvPr/>
        </p:nvSpPr>
        <p:spPr bwMode="auto">
          <a:xfrm>
            <a:off x="6669450" y="2157824"/>
            <a:ext cx="447674" cy="1990724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ysDash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:w="http://schemas.openxmlformats.org/wordprocessingml/2006/main" xmlns:m="http://schemas.openxmlformats.org/officeDocument/2006/math" xmlns=""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8956293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 sz="4400" b="0" i="0" u="none" strike="noStrike" cap="none" spc="0">
                <a:solidFill>
                  <a:schemeClr val="bg1"/>
                </a:solidFill>
                <a:latin typeface="Arial"/>
                <a:ea typeface="Arial"/>
                <a:cs typeface="Arial"/>
              </a:rPr>
              <a:t>Часть 2. Главный экран и управление (в ландшафтном режиме)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1805983205" name="Текст 2"/>
          <p:cNvSpPr>
            <a:spLocks noGrp="1"/>
          </p:cNvSpPr>
          <p:nvPr>
            <p:ph type="body" idx="1"/>
          </p:nvPr>
        </p:nvSpPr>
        <p:spPr bwMode="auto">
          <a:xfrm>
            <a:off x="839787" y="1681162"/>
            <a:ext cx="5157785" cy="823911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normAutofit/>
          </a:bodyPr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defRPr/>
            </a:pPr>
            <a:r>
              <a:rPr lang="ru-RU" sz="2300" b="1" i="0" u="none" strike="noStrike" cap="none" spc="0">
                <a:solidFill>
                  <a:schemeClr val="bg1"/>
                </a:solidFill>
                <a:latin typeface="Arial"/>
                <a:ea typeface="Arial"/>
                <a:cs typeface="Arial"/>
              </a:rPr>
              <a:t>Верхний ряд (Рабочие инструменты)</a:t>
            </a:r>
            <a:endParaRPr sz="2600">
              <a:solidFill>
                <a:schemeClr val="bg1"/>
              </a:solidFill>
            </a:endParaRPr>
          </a:p>
        </p:txBody>
      </p:sp>
      <p:sp>
        <p:nvSpPr>
          <p:cNvPr id="1783151244" name="Объект 3"/>
          <p:cNvSpPr>
            <a:spLocks noGrp="1"/>
          </p:cNvSpPr>
          <p:nvPr>
            <p:ph sz="half" idx="2"/>
          </p:nvPr>
        </p:nvSpPr>
        <p:spPr bwMode="auto">
          <a:xfrm>
            <a:off x="839787" y="2505074"/>
            <a:ext cx="5157785" cy="3684587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normAutofit fontScale="95000" lnSpcReduction="14000"/>
          </a:bodyPr>
          <a:lstStyle/>
          <a:p>
            <a:pPr marL="450000" marR="0" indent="-450000">
              <a:defRPr/>
            </a:pPr>
            <a:r>
              <a:rPr lang="ru-RU" sz="1400" b="0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Контакты: Список всей команды в сети.</a:t>
            </a:r>
          </a:p>
          <a:p>
            <a:pPr marL="450000" marR="0" indent="-450000">
              <a:defRPr/>
            </a:pPr>
            <a:r>
              <a:rPr lang="en-US" sz="1400" b="0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Overlay Manager</a:t>
            </a:r>
            <a:r>
              <a:rPr lang="ru-RU" sz="1400" b="0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:</a:t>
            </a:r>
            <a:r>
              <a:rPr lang="ru-RU" sz="140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 Позволяет переключить отображение тегов</a:t>
            </a:r>
            <a:r>
              <a:rPr lang="en-US" sz="140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,</a:t>
            </a:r>
            <a:r>
              <a:rPr lang="ru-RU" sz="140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 маркеров</a:t>
            </a:r>
            <a:r>
              <a:rPr lang="en-US" sz="140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,</a:t>
            </a:r>
            <a:r>
              <a:rPr lang="ru-RU" sz="140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 элементов оверлея</a:t>
            </a:r>
            <a:r>
              <a:rPr lang="en-US" sz="140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,</a:t>
            </a:r>
            <a:r>
              <a:rPr lang="ru-RU" sz="140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 а также настройку способа </a:t>
            </a:r>
            <a:r>
              <a:rPr lang="ru-RU" sz="1400" dirty="0" err="1">
                <a:solidFill>
                  <a:schemeClr val="bg1"/>
                </a:solidFill>
                <a:latin typeface="Arial"/>
                <a:ea typeface="Arial"/>
                <a:cs typeface="Arial"/>
              </a:rPr>
              <a:t>геопозиционирования</a:t>
            </a:r>
            <a:endParaRPr lang="ru-RU" sz="1400" b="0" i="0" u="none" strike="noStrike" cap="none" spc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  <a:p>
            <a:pPr marL="450000" marR="0" indent="-450000">
              <a:defRPr/>
            </a:pPr>
            <a:r>
              <a:rPr lang="ru-RU" sz="1400" b="0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Менеджер данных: </a:t>
            </a:r>
            <a:r>
              <a:rPr lang="ru-RU" sz="140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П</a:t>
            </a:r>
            <a:r>
              <a:rPr lang="ru-RU" sz="1400" b="0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озволяет работать с импортированными данными.</a:t>
            </a:r>
          </a:p>
          <a:p>
            <a:pPr marL="450000" marR="0" indent="-450000">
              <a:defRPr/>
            </a:pPr>
            <a:r>
              <a:rPr lang="ru-RU" sz="1400" b="0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МАРКЕР: Самая важная кнопка! Нажатие на неё позволяет мгновенно поставить метку на карту.</a:t>
            </a:r>
          </a:p>
          <a:p>
            <a:pPr marL="450000" marR="0" indent="-450000">
              <a:defRPr/>
            </a:pPr>
            <a:endParaRPr lang="ru-RU" sz="1400" b="0" i="0" u="none" strike="noStrike" cap="none" spc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  <a:p>
            <a:pPr marL="450000" marR="0" indent="-450000">
              <a:defRPr/>
            </a:pPr>
            <a:r>
              <a:rPr lang="ru-RU" sz="1400" b="0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Главное меню: Вызов шторки глубоких настроек и параметров сети.</a:t>
            </a:r>
            <a:endParaRPr dirty="0">
              <a:solidFill>
                <a:schemeClr val="bg1"/>
              </a:solidFill>
            </a:endParaRPr>
          </a:p>
        </p:txBody>
      </p:sp>
      <p:pic>
        <p:nvPicPr>
          <p:cNvPr id="872709256" name="Рисунок 872709255"/>
          <p:cNvPicPr>
            <a:picLocks noChangeAspect="1"/>
          </p:cNvPicPr>
          <p:nvPr/>
        </p:nvPicPr>
        <p:blipFill rotWithShape="1">
          <a:blip r:embed="rId3"/>
          <a:srcRect l="49048" r="-265"/>
          <a:stretch/>
        </p:blipFill>
        <p:spPr bwMode="auto">
          <a:xfrm>
            <a:off x="6172198" y="1614486"/>
            <a:ext cx="5183187" cy="4554083"/>
          </a:xfrm>
          <a:prstGeom prst="rect">
            <a:avLst/>
          </a:prstGeom>
        </p:spPr>
      </p:pic>
      <p:pic>
        <p:nvPicPr>
          <p:cNvPr id="13999090" name="Рисунок 13999089"/>
          <p:cNvPicPr>
            <a:picLocks noChangeAspect="1"/>
          </p:cNvPicPr>
          <p:nvPr/>
        </p:nvPicPr>
        <p:blipFill rotWithShape="1">
          <a:blip r:embed="rId3"/>
          <a:srcRect l="57443" t="11303" r="37850" b="80748"/>
          <a:stretch/>
        </p:blipFill>
        <p:spPr bwMode="auto">
          <a:xfrm>
            <a:off x="839215" y="2505073"/>
            <a:ext cx="363453" cy="276224"/>
          </a:xfrm>
          <a:prstGeom prst="rect">
            <a:avLst/>
          </a:prstGeom>
        </p:spPr>
      </p:pic>
      <p:pic>
        <p:nvPicPr>
          <p:cNvPr id="1416237642" name="Рисунок 1416237641"/>
          <p:cNvPicPr>
            <a:picLocks noChangeAspect="1"/>
          </p:cNvPicPr>
          <p:nvPr/>
        </p:nvPicPr>
        <p:blipFill rotWithShape="1">
          <a:blip r:embed="rId3"/>
          <a:srcRect l="63091" t="10257" r="32295" b="80330"/>
          <a:stretch/>
        </p:blipFill>
        <p:spPr bwMode="auto">
          <a:xfrm>
            <a:off x="839787" y="2833530"/>
            <a:ext cx="362311" cy="332735"/>
          </a:xfrm>
          <a:prstGeom prst="rect">
            <a:avLst/>
          </a:prstGeom>
        </p:spPr>
      </p:pic>
      <p:pic>
        <p:nvPicPr>
          <p:cNvPr id="860582053" name="Рисунок 860582052"/>
          <p:cNvPicPr>
            <a:picLocks noChangeAspect="1"/>
          </p:cNvPicPr>
          <p:nvPr/>
        </p:nvPicPr>
        <p:blipFill rotWithShape="1">
          <a:blip r:embed="rId3"/>
          <a:srcRect l="68361" t="10466" r="26849" b="80121"/>
          <a:stretch/>
        </p:blipFill>
        <p:spPr bwMode="auto">
          <a:xfrm>
            <a:off x="836615" y="3385232"/>
            <a:ext cx="362311" cy="320450"/>
          </a:xfrm>
          <a:prstGeom prst="rect">
            <a:avLst/>
          </a:prstGeom>
        </p:spPr>
      </p:pic>
      <p:pic>
        <p:nvPicPr>
          <p:cNvPr id="343340484" name="Рисунок 343340483"/>
          <p:cNvPicPr>
            <a:picLocks noChangeAspect="1"/>
          </p:cNvPicPr>
          <p:nvPr/>
        </p:nvPicPr>
        <p:blipFill rotWithShape="1">
          <a:blip r:embed="rId3"/>
          <a:srcRect l="74385" t="10466" r="22037" b="80330"/>
          <a:stretch/>
        </p:blipFill>
        <p:spPr bwMode="auto">
          <a:xfrm>
            <a:off x="836614" y="3778977"/>
            <a:ext cx="362311" cy="419518"/>
          </a:xfrm>
          <a:prstGeom prst="rect">
            <a:avLst/>
          </a:prstGeom>
        </p:spPr>
      </p:pic>
      <p:pic>
        <p:nvPicPr>
          <p:cNvPr id="291009481" name="Рисунок 291009480"/>
          <p:cNvPicPr>
            <a:picLocks noChangeAspect="1"/>
          </p:cNvPicPr>
          <p:nvPr/>
        </p:nvPicPr>
        <p:blipFill rotWithShape="1">
          <a:blip r:embed="rId3"/>
          <a:srcRect l="90385" t="10257" r="4908" b="79180"/>
          <a:stretch/>
        </p:blipFill>
        <p:spPr bwMode="auto">
          <a:xfrm>
            <a:off x="836614" y="4406409"/>
            <a:ext cx="371798" cy="375515"/>
          </a:xfrm>
          <a:prstGeom prst="rect">
            <a:avLst/>
          </a:prstGeom>
        </p:spPr>
      </p:pic>
      <p:sp>
        <p:nvSpPr>
          <p:cNvPr id="532528668" name="Прямоугольник 532528667"/>
          <p:cNvSpPr/>
          <p:nvPr/>
        </p:nvSpPr>
        <p:spPr bwMode="auto">
          <a:xfrm>
            <a:off x="7031399" y="2033998"/>
            <a:ext cx="3790949" cy="542925"/>
          </a:xfrm>
          <a:prstGeom prst="rect">
            <a:avLst/>
          </a:prstGeom>
          <a:noFill/>
          <a:ln w="57150" cap="flat" cmpd="sng" algn="ctr">
            <a:solidFill>
              <a:srgbClr val="FF0000"/>
            </a:solidFill>
            <a:prstDash val="sysDash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:w="http://schemas.openxmlformats.org/wordprocessingml/2006/main" xmlns:m="http://schemas.openxmlformats.org/officeDocument/2006/math" xmlns=""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8177691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 sz="4400" b="0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Часть 3. Нанесение меток на карту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971164496" name="Текст 2"/>
          <p:cNvSpPr>
            <a:spLocks noGrp="1"/>
          </p:cNvSpPr>
          <p:nvPr>
            <p:ph type="body" idx="1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normAutofit/>
          </a:bodyPr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defRPr/>
            </a:pPr>
            <a:r>
              <a:rPr lang="ru-RU" sz="2300" b="1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1. Библиотека страйкбольных меток</a:t>
            </a:r>
            <a:r>
              <a:rPr lang="en-US" sz="2300" b="1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 (</a:t>
            </a:r>
            <a:r>
              <a:rPr lang="en-US" sz="2300" b="1" i="0" u="none" strike="noStrike" cap="none" spc="0" dirty="0" err="1">
                <a:solidFill>
                  <a:schemeClr val="bg1"/>
                </a:solidFill>
                <a:latin typeface="Arial"/>
                <a:ea typeface="Arial"/>
                <a:cs typeface="Arial"/>
              </a:rPr>
              <a:t>Кнопка</a:t>
            </a:r>
            <a:r>
              <a:rPr lang="ru-RU" sz="2300" b="1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      </a:t>
            </a:r>
            <a:r>
              <a:rPr lang="en-US" sz="2300" b="1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)</a:t>
            </a:r>
            <a:endParaRPr sz="2600" dirty="0">
              <a:solidFill>
                <a:schemeClr val="bg1"/>
              </a:solidFill>
            </a:endParaRPr>
          </a:p>
        </p:txBody>
      </p:sp>
      <p:sp>
        <p:nvSpPr>
          <p:cNvPr id="1429402898" name="Объект 3"/>
          <p:cNvSpPr>
            <a:spLocks noGrp="1"/>
          </p:cNvSpPr>
          <p:nvPr>
            <p:ph sz="half" idx="2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normAutofit/>
          </a:bodyPr>
          <a:lstStyle/>
          <a:p>
            <a:pPr marL="0" marR="0" indent="0">
              <a:buFont typeface="Arial"/>
              <a:buNone/>
              <a:defRPr/>
            </a:pPr>
            <a:r>
              <a:rPr lang="ru-RU" sz="1100" b="0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Обычная точка несет мало информации. При установке маркера (или нажатии на уже созданный) всегда меняйте его Тип (Type) и Значок (</a:t>
            </a:r>
            <a:r>
              <a:rPr lang="ru-RU" sz="1100" b="0" i="0" u="none" strike="noStrike" cap="none" spc="0" dirty="0" err="1">
                <a:solidFill>
                  <a:schemeClr val="bg1"/>
                </a:solidFill>
                <a:latin typeface="Arial"/>
                <a:ea typeface="Arial"/>
                <a:cs typeface="Arial"/>
              </a:rPr>
              <a:t>Icon</a:t>
            </a:r>
            <a:r>
              <a:rPr lang="ru-RU" sz="1100" b="0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) в свойствах</a:t>
            </a:r>
            <a:r>
              <a:rPr lang="en-US" sz="1100" b="0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, </a:t>
            </a:r>
            <a:r>
              <a:rPr lang="ru-RU" sz="1100" b="0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или используйте </a:t>
            </a:r>
            <a:r>
              <a:rPr lang="ru-RU" sz="1100" b="0" i="0" u="none" strike="noStrike" cap="none" spc="0" dirty="0" err="1">
                <a:solidFill>
                  <a:schemeClr val="bg1"/>
                </a:solidFill>
                <a:latin typeface="Arial"/>
                <a:ea typeface="Arial"/>
                <a:cs typeface="Arial"/>
              </a:rPr>
              <a:t>кастомные</a:t>
            </a:r>
            <a:r>
              <a:rPr lang="ru-RU" sz="1100" b="0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 иконки</a:t>
            </a:r>
            <a:r>
              <a:rPr lang="ru-RU" sz="110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.</a:t>
            </a:r>
          </a:p>
          <a:p>
            <a:pPr marL="0" marR="0" indent="0">
              <a:buFont typeface="Arial"/>
              <a:buNone/>
              <a:defRPr/>
            </a:pPr>
            <a:r>
              <a:rPr lang="ru-RU" sz="1100" b="0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В </a:t>
            </a:r>
            <a:r>
              <a:rPr lang="en-US" sz="110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ATAK-CIV </a:t>
            </a:r>
            <a:r>
              <a:rPr lang="ru-RU" sz="110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по умолчанию используются стандартные библиотеки </a:t>
            </a:r>
            <a:r>
              <a:rPr lang="en-US" sz="1100" dirty="0" err="1">
                <a:solidFill>
                  <a:schemeClr val="bg1"/>
                </a:solidFill>
                <a:latin typeface="Arial"/>
                <a:ea typeface="Arial"/>
                <a:cs typeface="Arial"/>
              </a:rPr>
              <a:t>Makres</a:t>
            </a:r>
            <a:r>
              <a:rPr lang="en-US" sz="110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, Mission, Spot Map, Vehicle Models, Reference Point, </a:t>
            </a:r>
            <a:r>
              <a:rPr lang="ru-RU" sz="110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а так же предустановленные от </a:t>
            </a:r>
            <a:r>
              <a:rPr lang="en-US" sz="110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Google, OSM </a:t>
            </a:r>
            <a:r>
              <a:rPr lang="ru-RU" sz="110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и т.д.</a:t>
            </a:r>
          </a:p>
          <a:p>
            <a:pPr marL="0" marR="0" indent="0">
              <a:buFont typeface="Arial"/>
              <a:buNone/>
              <a:defRPr/>
            </a:pPr>
            <a:r>
              <a:rPr lang="ru-RU" sz="1100" b="0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Пролистывание между библиотеками маркеров осуществляется </a:t>
            </a:r>
            <a:r>
              <a:rPr lang="ru-RU" sz="1100" b="0" i="0" u="none" strike="noStrike" cap="none" spc="0" dirty="0" err="1">
                <a:solidFill>
                  <a:schemeClr val="bg1"/>
                </a:solidFill>
                <a:latin typeface="Arial"/>
                <a:ea typeface="Arial"/>
                <a:cs typeface="Arial"/>
              </a:rPr>
              <a:t>свайпом</a:t>
            </a:r>
            <a:r>
              <a:rPr lang="ru-RU" sz="1100" b="0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 влево (вправо).</a:t>
            </a:r>
          </a:p>
          <a:p>
            <a:pPr marL="0" marR="0" indent="0">
              <a:buFont typeface="Arial"/>
              <a:buNone/>
              <a:defRPr/>
            </a:pPr>
            <a:r>
              <a:rPr lang="ru-RU" sz="110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НАНЕСЕНИЕ МАРКЕРОВ</a:t>
            </a:r>
            <a:r>
              <a:rPr lang="en-US" sz="110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:</a:t>
            </a:r>
          </a:p>
          <a:p>
            <a:pPr>
              <a:defRPr/>
            </a:pPr>
            <a:r>
              <a:rPr lang="ru-RU" sz="1100" b="0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Нажимаем</a:t>
            </a:r>
          </a:p>
          <a:p>
            <a:pPr>
              <a:defRPr/>
            </a:pPr>
            <a:r>
              <a:rPr lang="ru-RU" sz="1100" b="0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Выбираем маркер.</a:t>
            </a:r>
          </a:p>
          <a:p>
            <a:pPr>
              <a:defRPr/>
            </a:pPr>
            <a:r>
              <a:rPr lang="ru-RU" sz="110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Нажимаем на карту.</a:t>
            </a:r>
            <a:endParaRPr lang="ru-RU" sz="1100" b="0" i="0" u="none" strike="noStrike" cap="none" spc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4DDD00F-145A-954A-020F-D6D58D647EA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83033" y="1350175"/>
            <a:ext cx="3669179" cy="1651130"/>
          </a:xfrm>
          <a:prstGeom prst="rect">
            <a:avLst/>
          </a:prstGeom>
          <a:ln>
            <a:solidFill>
              <a:srgbClr val="C00000"/>
            </a:solidFill>
          </a:ln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08EECCE1-C257-A538-3AE4-635685C5A3D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79857" y="3190615"/>
            <a:ext cx="3669179" cy="1651130"/>
          </a:xfrm>
          <a:prstGeom prst="rect">
            <a:avLst/>
          </a:prstGeom>
          <a:ln>
            <a:solidFill>
              <a:srgbClr val="C00000"/>
            </a:solidFill>
          </a:ln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B305CDC8-5023-EC3B-E99B-BED13A7B9D0D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83033" y="5031055"/>
            <a:ext cx="3669178" cy="1651130"/>
          </a:xfrm>
          <a:prstGeom prst="rect">
            <a:avLst/>
          </a:prstGeom>
          <a:ln>
            <a:solidFill>
              <a:srgbClr val="C00000"/>
            </a:solidFill>
          </a:ln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4A98D64C-75C4-3AF8-5288-2E09D22FB5EB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74385" t="10466" r="22037" b="80330"/>
          <a:stretch/>
        </p:blipFill>
        <p:spPr bwMode="auto">
          <a:xfrm>
            <a:off x="3102091" y="2093119"/>
            <a:ext cx="273570" cy="316765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C9543D36-66CB-DDA6-2022-C8394868955B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74385" t="10466" r="22037" b="80330"/>
          <a:stretch/>
        </p:blipFill>
        <p:spPr bwMode="auto">
          <a:xfrm>
            <a:off x="1895795" y="4316732"/>
            <a:ext cx="245426" cy="284177"/>
          </a:xfrm>
          <a:prstGeom prst="rect">
            <a:avLst/>
          </a:prstGeom>
        </p:spPr>
      </p:pic>
      <p:sp>
        <p:nvSpPr>
          <p:cNvPr id="11" name="Прямоугольник: скругленные углы 10">
            <a:extLst>
              <a:ext uri="{FF2B5EF4-FFF2-40B4-BE49-F238E27FC236}">
                <a16:creationId xmlns:a16="http://schemas.microsoft.com/office/drawing/2014/main" id="{59754FF8-960F-7824-B0CC-15F1CB544275}"/>
              </a:ext>
            </a:extLst>
          </p:cNvPr>
          <p:cNvSpPr/>
          <p:nvPr/>
        </p:nvSpPr>
        <p:spPr bwMode="auto">
          <a:xfrm>
            <a:off x="10411370" y="1521099"/>
            <a:ext cx="142329" cy="160064"/>
          </a:xfrm>
          <a:prstGeom prst="round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n>
                <a:solidFill>
                  <a:schemeClr val="accent2">
                    <a:lumMod val="75000"/>
                  </a:schemeClr>
                </a:solidFill>
              </a:ln>
            </a:endParaRP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7EBB66DD-C33A-FC70-A12E-2E8B864812E9}"/>
              </a:ext>
            </a:extLst>
          </p:cNvPr>
          <p:cNvSpPr/>
          <p:nvPr/>
        </p:nvSpPr>
        <p:spPr bwMode="auto">
          <a:xfrm>
            <a:off x="10063707" y="3776084"/>
            <a:ext cx="289968" cy="276804"/>
          </a:xfrm>
          <a:prstGeom prst="round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n>
                <a:solidFill>
                  <a:schemeClr val="accent2">
                    <a:lumMod val="75000"/>
                  </a:schemeClr>
                </a:solidFill>
              </a:ln>
            </a:endParaRPr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265A92C1-093D-BC96-8AC9-8C7FDB7951F0}"/>
              </a:ext>
            </a:extLst>
          </p:cNvPr>
          <p:cNvSpPr/>
          <p:nvPr/>
        </p:nvSpPr>
        <p:spPr bwMode="auto">
          <a:xfrm>
            <a:off x="8934994" y="5731338"/>
            <a:ext cx="142329" cy="160064"/>
          </a:xfrm>
          <a:prstGeom prst="round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n>
                <a:solidFill>
                  <a:schemeClr val="accent2">
                    <a:lumMod val="75000"/>
                  </a:schemeClr>
                </a:solidFill>
              </a:ln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:w="http://schemas.openxmlformats.org/wordprocessingml/2006/main" xmlns:m="http://schemas.openxmlformats.org/officeDocument/2006/math" xmlns=""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507026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 sz="4400" b="0" i="0" u="none" strike="noStrike" cap="none" spc="0">
                <a:solidFill>
                  <a:schemeClr val="bg1"/>
                </a:solidFill>
                <a:latin typeface="Arial"/>
                <a:ea typeface="Arial"/>
                <a:cs typeface="Arial"/>
              </a:rPr>
              <a:t>Часть 3. Нанесение меток на карту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819135727" name="Текст 2"/>
          <p:cNvSpPr>
            <a:spLocks noGrp="1"/>
          </p:cNvSpPr>
          <p:nvPr>
            <p:ph type="body" idx="1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normAutofit/>
          </a:bodyPr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defRPr/>
            </a:pPr>
            <a:r>
              <a:rPr lang="ru-RU" sz="2300" b="1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2. Изменение, перенос и удаление меток</a:t>
            </a:r>
            <a:endParaRPr sz="2600" dirty="0">
              <a:solidFill>
                <a:schemeClr val="bg1"/>
              </a:solidFill>
            </a:endParaRPr>
          </a:p>
        </p:txBody>
      </p:sp>
      <p:sp>
        <p:nvSpPr>
          <p:cNvPr id="669481878" name="Объект 3"/>
          <p:cNvSpPr>
            <a:spLocks noGrp="1"/>
          </p:cNvSpPr>
          <p:nvPr>
            <p:ph sz="half" idx="2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normAutofit/>
          </a:bodyPr>
          <a:lstStyle/>
          <a:p>
            <a:pPr marL="0" marR="0" indent="0">
              <a:buFont typeface="Arial"/>
              <a:buNone/>
              <a:defRPr/>
            </a:pPr>
            <a:r>
              <a:rPr lang="ru-RU" sz="1800" b="0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Чтобы подписать: </a:t>
            </a:r>
          </a:p>
          <a:p>
            <a:pPr marL="0" marR="0" indent="0">
              <a:buFont typeface="Arial"/>
              <a:buNone/>
              <a:defRPr/>
            </a:pPr>
            <a:r>
              <a:rPr lang="ru-RU" sz="1800" b="0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Выбрать маркер -&gt; нажать </a:t>
            </a:r>
            <a:r>
              <a:rPr lang="ru-RU" sz="180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 </a:t>
            </a:r>
            <a:r>
              <a:rPr lang="ru-RU" sz="1800" b="0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       -&gt; ввести название в поле рядом с иконкой (например: «Дот», «Пулемет»).</a:t>
            </a:r>
          </a:p>
          <a:p>
            <a:pPr marL="0" marR="0" indent="0">
              <a:buFont typeface="Arial"/>
              <a:buNone/>
              <a:defRPr/>
            </a:pPr>
            <a:r>
              <a:rPr lang="ru-RU" sz="1800" b="0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Чтобы перенести: </a:t>
            </a:r>
          </a:p>
          <a:p>
            <a:pPr marR="0">
              <a:buFont typeface="Arial"/>
              <a:buAutoNum type="arabicParenR"/>
              <a:defRPr/>
            </a:pPr>
            <a:r>
              <a:rPr lang="ru-RU" sz="180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Точечный перенос – нажать на маркер</a:t>
            </a:r>
            <a:r>
              <a:rPr lang="en-US" sz="180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,</a:t>
            </a:r>
            <a:r>
              <a:rPr lang="ru-RU" sz="180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 выбрать инструмент        и  с помощью указателя поправить маркер.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597E2CD-5393-B667-2BC0-D62411F25B3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97575" y="1484237"/>
            <a:ext cx="2782578" cy="1252160"/>
          </a:xfrm>
          <a:prstGeom prst="rect">
            <a:avLst/>
          </a:prstGeom>
          <a:ln>
            <a:solidFill>
              <a:srgbClr val="C00000"/>
            </a:solidFill>
          </a:ln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0D399416-AC16-29FA-0207-5D1F7915F14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89310" y="1484237"/>
            <a:ext cx="2782578" cy="1252160"/>
          </a:xfrm>
          <a:prstGeom prst="rect">
            <a:avLst/>
          </a:prstGeom>
          <a:ln>
            <a:solidFill>
              <a:srgbClr val="C00000"/>
            </a:solidFill>
          </a:ln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52F37017-26BE-2C4D-99C3-E6AD51C1B8BF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06732" y="2736397"/>
            <a:ext cx="2782578" cy="1252160"/>
          </a:xfrm>
          <a:prstGeom prst="rect">
            <a:avLst/>
          </a:prstGeom>
          <a:ln>
            <a:solidFill>
              <a:srgbClr val="C00000"/>
            </a:solidFill>
          </a:ln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6B92C115-FED8-00B8-3E39-B87FCD0C2EF6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06732" y="3988557"/>
            <a:ext cx="2782577" cy="1252160"/>
          </a:xfrm>
          <a:prstGeom prst="rect">
            <a:avLst/>
          </a:prstGeom>
          <a:ln>
            <a:solidFill>
              <a:srgbClr val="C00000"/>
            </a:solidFill>
          </a:ln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341F547E-2095-C8F8-665B-A97008CB5310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98466" y="3988557"/>
            <a:ext cx="2782576" cy="1252160"/>
          </a:xfrm>
          <a:prstGeom prst="rect">
            <a:avLst/>
          </a:prstGeom>
          <a:ln>
            <a:solidFill>
              <a:srgbClr val="C00000"/>
            </a:solidFill>
          </a:ln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4CD51A3B-3456-1D84-9C40-91A9DF69952F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06735" y="5240717"/>
            <a:ext cx="2782574" cy="1252158"/>
          </a:xfrm>
          <a:prstGeom prst="rect">
            <a:avLst/>
          </a:prstGeom>
          <a:ln>
            <a:solidFill>
              <a:srgbClr val="C00000"/>
            </a:solidFill>
          </a:ln>
        </p:spPr>
      </p:pic>
      <p:sp>
        <p:nvSpPr>
          <p:cNvPr id="27" name="Прямоугольник: скругленные углы 26">
            <a:extLst>
              <a:ext uri="{FF2B5EF4-FFF2-40B4-BE49-F238E27FC236}">
                <a16:creationId xmlns:a16="http://schemas.microsoft.com/office/drawing/2014/main" id="{30EBBFC9-6AE8-6E1E-91A3-A62989EC9BCC}"/>
              </a:ext>
            </a:extLst>
          </p:cNvPr>
          <p:cNvSpPr/>
          <p:nvPr/>
        </p:nvSpPr>
        <p:spPr bwMode="auto">
          <a:xfrm>
            <a:off x="6836320" y="2156702"/>
            <a:ext cx="142329" cy="160064"/>
          </a:xfrm>
          <a:prstGeom prst="round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n>
                <a:solidFill>
                  <a:schemeClr val="accent2">
                    <a:lumMod val="75000"/>
                  </a:schemeClr>
                </a:solidFill>
              </a:ln>
            </a:endParaRPr>
          </a:p>
        </p:txBody>
      </p:sp>
      <p:sp>
        <p:nvSpPr>
          <p:cNvPr id="28" name="Прямоугольник: скругленные углы 27">
            <a:extLst>
              <a:ext uri="{FF2B5EF4-FFF2-40B4-BE49-F238E27FC236}">
                <a16:creationId xmlns:a16="http://schemas.microsoft.com/office/drawing/2014/main" id="{D4697F73-AA54-02DF-8423-ED09889DC7D1}"/>
              </a:ext>
            </a:extLst>
          </p:cNvPr>
          <p:cNvSpPr/>
          <p:nvPr/>
        </p:nvSpPr>
        <p:spPr bwMode="auto">
          <a:xfrm>
            <a:off x="6978649" y="2316766"/>
            <a:ext cx="142329" cy="160064"/>
          </a:xfrm>
          <a:prstGeom prst="round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n>
                <a:solidFill>
                  <a:schemeClr val="accent2">
                    <a:lumMod val="75000"/>
                  </a:schemeClr>
                </a:solidFill>
              </a:ln>
            </a:endParaRPr>
          </a:p>
        </p:txBody>
      </p:sp>
      <p:sp>
        <p:nvSpPr>
          <p:cNvPr id="29" name="Прямоугольник: скругленные углы 28">
            <a:extLst>
              <a:ext uri="{FF2B5EF4-FFF2-40B4-BE49-F238E27FC236}">
                <a16:creationId xmlns:a16="http://schemas.microsoft.com/office/drawing/2014/main" id="{364AA9D2-A1AE-45AC-2905-91526DCCB611}"/>
              </a:ext>
            </a:extLst>
          </p:cNvPr>
          <p:cNvSpPr/>
          <p:nvPr/>
        </p:nvSpPr>
        <p:spPr bwMode="auto">
          <a:xfrm>
            <a:off x="7808236" y="1755774"/>
            <a:ext cx="300714" cy="88901"/>
          </a:xfrm>
          <a:prstGeom prst="round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n>
                <a:solidFill>
                  <a:schemeClr val="accent2">
                    <a:lumMod val="75000"/>
                  </a:schemeClr>
                </a:solidFill>
              </a:ln>
            </a:endParaRPr>
          </a:p>
        </p:txBody>
      </p:sp>
      <p:sp>
        <p:nvSpPr>
          <p:cNvPr id="30" name="Прямоугольник: скругленные углы 29">
            <a:extLst>
              <a:ext uri="{FF2B5EF4-FFF2-40B4-BE49-F238E27FC236}">
                <a16:creationId xmlns:a16="http://schemas.microsoft.com/office/drawing/2014/main" id="{D843D068-3873-A779-DB39-DF9542DACDDA}"/>
              </a:ext>
            </a:extLst>
          </p:cNvPr>
          <p:cNvSpPr/>
          <p:nvPr/>
        </p:nvSpPr>
        <p:spPr bwMode="auto">
          <a:xfrm>
            <a:off x="9391649" y="2076670"/>
            <a:ext cx="406401" cy="160064"/>
          </a:xfrm>
          <a:prstGeom prst="round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n>
                <a:solidFill>
                  <a:schemeClr val="accent2">
                    <a:lumMod val="75000"/>
                  </a:schemeClr>
                </a:solidFill>
              </a:ln>
            </a:endParaRPr>
          </a:p>
        </p:txBody>
      </p:sp>
      <p:sp>
        <p:nvSpPr>
          <p:cNvPr id="31" name="Прямоугольник: скругленные углы 30">
            <a:extLst>
              <a:ext uri="{FF2B5EF4-FFF2-40B4-BE49-F238E27FC236}">
                <a16:creationId xmlns:a16="http://schemas.microsoft.com/office/drawing/2014/main" id="{A2345B49-3AC9-161A-D9DB-7095DF4727D0}"/>
              </a:ext>
            </a:extLst>
          </p:cNvPr>
          <p:cNvSpPr/>
          <p:nvPr/>
        </p:nvSpPr>
        <p:spPr bwMode="auto">
          <a:xfrm>
            <a:off x="6616699" y="3321201"/>
            <a:ext cx="279401" cy="160064"/>
          </a:xfrm>
          <a:prstGeom prst="round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n>
                <a:solidFill>
                  <a:schemeClr val="accent2">
                    <a:lumMod val="75000"/>
                  </a:schemeClr>
                </a:solidFill>
              </a:ln>
            </a:endParaRPr>
          </a:p>
        </p:txBody>
      </p:sp>
      <p:sp>
        <p:nvSpPr>
          <p:cNvPr id="32" name="Прямоугольник: скругленные углы 31">
            <a:extLst>
              <a:ext uri="{FF2B5EF4-FFF2-40B4-BE49-F238E27FC236}">
                <a16:creationId xmlns:a16="http://schemas.microsoft.com/office/drawing/2014/main" id="{EBA54C1D-EC2B-7A23-4F2D-ADD70818070B}"/>
              </a:ext>
            </a:extLst>
          </p:cNvPr>
          <p:cNvSpPr/>
          <p:nvPr/>
        </p:nvSpPr>
        <p:spPr bwMode="auto">
          <a:xfrm>
            <a:off x="7398021" y="3548087"/>
            <a:ext cx="780779" cy="160064"/>
          </a:xfrm>
          <a:prstGeom prst="round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n>
                <a:solidFill>
                  <a:schemeClr val="accent2">
                    <a:lumMod val="75000"/>
                  </a:schemeClr>
                </a:solidFill>
              </a:ln>
            </a:endParaRPr>
          </a:p>
        </p:txBody>
      </p:sp>
      <p:sp>
        <p:nvSpPr>
          <p:cNvPr id="33" name="Прямоугольник: скругленные углы 32">
            <a:extLst>
              <a:ext uri="{FF2B5EF4-FFF2-40B4-BE49-F238E27FC236}">
                <a16:creationId xmlns:a16="http://schemas.microsoft.com/office/drawing/2014/main" id="{3E6D9E79-B8B4-A3BE-9914-48326833E7F3}"/>
              </a:ext>
            </a:extLst>
          </p:cNvPr>
          <p:cNvSpPr/>
          <p:nvPr/>
        </p:nvSpPr>
        <p:spPr bwMode="auto">
          <a:xfrm>
            <a:off x="6836320" y="4661020"/>
            <a:ext cx="191813" cy="160064"/>
          </a:xfrm>
          <a:prstGeom prst="round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n>
                <a:solidFill>
                  <a:schemeClr val="accent2">
                    <a:lumMod val="75000"/>
                  </a:schemeClr>
                </a:solidFill>
              </a:ln>
            </a:endParaRPr>
          </a:p>
        </p:txBody>
      </p:sp>
      <p:sp>
        <p:nvSpPr>
          <p:cNvPr id="34" name="Прямоугольник: скругленные углы 33">
            <a:extLst>
              <a:ext uri="{FF2B5EF4-FFF2-40B4-BE49-F238E27FC236}">
                <a16:creationId xmlns:a16="http://schemas.microsoft.com/office/drawing/2014/main" id="{8D104FBF-B35C-C2F0-EA54-812E59EBBC11}"/>
              </a:ext>
            </a:extLst>
          </p:cNvPr>
          <p:cNvSpPr/>
          <p:nvPr/>
        </p:nvSpPr>
        <p:spPr bwMode="auto">
          <a:xfrm>
            <a:off x="6660493" y="4720215"/>
            <a:ext cx="135596" cy="118485"/>
          </a:xfrm>
          <a:prstGeom prst="round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n>
                <a:solidFill>
                  <a:schemeClr val="accent2">
                    <a:lumMod val="75000"/>
                  </a:schemeClr>
                </a:solidFill>
              </a:ln>
            </a:endParaRPr>
          </a:p>
        </p:txBody>
      </p:sp>
      <p:sp>
        <p:nvSpPr>
          <p:cNvPr id="35" name="Прямоугольник: скругленные углы 34">
            <a:extLst>
              <a:ext uri="{FF2B5EF4-FFF2-40B4-BE49-F238E27FC236}">
                <a16:creationId xmlns:a16="http://schemas.microsoft.com/office/drawing/2014/main" id="{5986F2B3-0F8C-88FD-F3AD-0E4902F8B56A}"/>
              </a:ext>
            </a:extLst>
          </p:cNvPr>
          <p:cNvSpPr/>
          <p:nvPr/>
        </p:nvSpPr>
        <p:spPr bwMode="auto">
          <a:xfrm>
            <a:off x="6841896" y="5913180"/>
            <a:ext cx="191813" cy="160064"/>
          </a:xfrm>
          <a:prstGeom prst="round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n>
                <a:solidFill>
                  <a:schemeClr val="accent2">
                    <a:lumMod val="75000"/>
                  </a:schemeClr>
                </a:solidFill>
              </a:ln>
            </a:endParaRPr>
          </a:p>
        </p:txBody>
      </p:sp>
      <p:pic>
        <p:nvPicPr>
          <p:cNvPr id="36" name="Рисунок 35">
            <a:extLst>
              <a:ext uri="{FF2B5EF4-FFF2-40B4-BE49-F238E27FC236}">
                <a16:creationId xmlns:a16="http://schemas.microsoft.com/office/drawing/2014/main" id="{585B55A9-F70A-B9AC-6164-4D2213341DE1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914" t="60064" r="72729" b="33739"/>
          <a:stretch/>
        </p:blipFill>
        <p:spPr bwMode="auto">
          <a:xfrm>
            <a:off x="3495527" y="4338388"/>
            <a:ext cx="233421" cy="276249"/>
          </a:xfrm>
          <a:prstGeom prst="rect">
            <a:avLst/>
          </a:prstGeom>
          <a:ln>
            <a:noFill/>
          </a:ln>
        </p:spPr>
      </p:pic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67461405-E0B9-B086-6146-ED73870B5F05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454" t="68997" r="59925" b="21685"/>
          <a:stretch/>
        </p:blipFill>
        <p:spPr bwMode="auto">
          <a:xfrm>
            <a:off x="3933781" y="2864500"/>
            <a:ext cx="313479" cy="284451"/>
          </a:xfrm>
          <a:prstGeom prst="rect">
            <a:avLst/>
          </a:prstGeom>
          <a:ln>
            <a:solidFill>
              <a:srgbClr val="C00000"/>
            </a:solidFill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:w="http://schemas.openxmlformats.org/wordprocessingml/2006/main" xmlns:m="http://schemas.openxmlformats.org/officeDocument/2006/math" xmlns=""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507026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 sz="4400" b="0" i="0" u="none" strike="noStrike" cap="none" spc="0">
                <a:solidFill>
                  <a:schemeClr val="bg1"/>
                </a:solidFill>
                <a:latin typeface="Arial"/>
                <a:ea typeface="Arial"/>
                <a:cs typeface="Arial"/>
              </a:rPr>
              <a:t>Часть 3. Нанесение меток на карту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819135727" name="Текст 2"/>
          <p:cNvSpPr>
            <a:spLocks noGrp="1"/>
          </p:cNvSpPr>
          <p:nvPr>
            <p:ph type="body" idx="1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normAutofit/>
          </a:bodyPr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defRPr/>
            </a:pPr>
            <a:r>
              <a:rPr lang="ru-RU" sz="2300" b="1" i="0" u="none" strike="noStrike" cap="none" spc="0">
                <a:solidFill>
                  <a:schemeClr val="bg1"/>
                </a:solidFill>
                <a:latin typeface="Arial"/>
                <a:ea typeface="Arial"/>
                <a:cs typeface="Arial"/>
              </a:rPr>
              <a:t>2. Изменение, перенос и удаление меток</a:t>
            </a:r>
            <a:endParaRPr sz="2600">
              <a:solidFill>
                <a:schemeClr val="bg1"/>
              </a:solidFill>
            </a:endParaRPr>
          </a:p>
        </p:txBody>
      </p:sp>
      <p:sp>
        <p:nvSpPr>
          <p:cNvPr id="669481878" name="Объект 3"/>
          <p:cNvSpPr>
            <a:spLocks noGrp="1"/>
          </p:cNvSpPr>
          <p:nvPr>
            <p:ph sz="half" idx="2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normAutofit/>
          </a:bodyPr>
          <a:lstStyle/>
          <a:p>
            <a:pPr marR="0">
              <a:buFont typeface="Arial"/>
              <a:buAutoNum type="arabicParenR"/>
              <a:defRPr/>
            </a:pPr>
            <a:r>
              <a:rPr lang="ru-RU" sz="180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По координатам – нажать на маркер </a:t>
            </a:r>
            <a:r>
              <a:rPr lang="ru-RU" sz="1800" b="0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-&gt; удерживать         </a:t>
            </a:r>
            <a:r>
              <a:rPr lang="en-US" sz="1800" b="0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, </a:t>
            </a:r>
            <a:r>
              <a:rPr lang="ru-RU" sz="1800" b="0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нажать на       -&gt; в </a:t>
            </a:r>
            <a:r>
              <a:rPr lang="ru-RU" sz="1800" b="0" i="0" u="none" strike="noStrike" cap="none" spc="0" dirty="0" err="1">
                <a:solidFill>
                  <a:schemeClr val="bg1"/>
                </a:solidFill>
                <a:latin typeface="Arial"/>
                <a:ea typeface="Arial"/>
                <a:cs typeface="Arial"/>
              </a:rPr>
              <a:t>появившемя</a:t>
            </a:r>
            <a:r>
              <a:rPr lang="ru-RU" sz="1800" b="0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 окне ввести географические координаты.</a:t>
            </a:r>
          </a:p>
          <a:p>
            <a:pPr marR="0">
              <a:buFont typeface="Arial"/>
              <a:buAutoNum type="arabicParenR"/>
              <a:defRPr/>
            </a:pPr>
            <a:r>
              <a:rPr lang="ru-RU" sz="180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На живую – удерживаем маркер </a:t>
            </a:r>
            <a:r>
              <a:rPr lang="ru-RU" sz="1800" b="0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-&gt;</a:t>
            </a:r>
            <a:r>
              <a:rPr lang="ru-RU" sz="180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 перенести в нужное место на карте.</a:t>
            </a:r>
            <a:endParaRPr lang="ru-RU" sz="1800" b="0" i="0" u="none" strike="noStrike" cap="none" spc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  <a:p>
            <a:pPr marL="0" marR="0" indent="0">
              <a:buFont typeface="Arial"/>
              <a:buNone/>
              <a:defRPr/>
            </a:pPr>
            <a:r>
              <a:rPr lang="ru-RU" sz="1800" b="0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Чтобы удалить: </a:t>
            </a:r>
          </a:p>
          <a:p>
            <a:pPr marL="0" marR="0" indent="0">
              <a:buFont typeface="Arial"/>
              <a:buNone/>
              <a:defRPr/>
            </a:pPr>
            <a:r>
              <a:rPr lang="ru-RU" sz="1800" b="0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Если противник уничтожен или задача выполнена, нажмите на метку -&gt; выберите значок Корзины.</a:t>
            </a:r>
            <a:endParaRPr sz="4400" dirty="0">
              <a:solidFill>
                <a:schemeClr val="bg1"/>
              </a:solidFill>
            </a:endParaRPr>
          </a:p>
        </p:txBody>
      </p:sp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05B4F450-0554-6BF7-7B7C-046891A2241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7011" y="1690693"/>
            <a:ext cx="2782574" cy="1252158"/>
          </a:xfrm>
          <a:prstGeom prst="rect">
            <a:avLst/>
          </a:prstGeom>
          <a:ln>
            <a:solidFill>
              <a:srgbClr val="C00000"/>
            </a:solidFill>
          </a:ln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D1A0DA20-D9DE-888E-6D2A-82EC80D69BE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94433" y="2942852"/>
            <a:ext cx="2782573" cy="1252158"/>
          </a:xfrm>
          <a:prstGeom prst="rect">
            <a:avLst/>
          </a:prstGeom>
          <a:ln>
            <a:solidFill>
              <a:srgbClr val="C00000"/>
            </a:solidFill>
          </a:ln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9018B668-017D-3835-5002-E4689B5CFAEF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7005" y="2942851"/>
            <a:ext cx="2782573" cy="1252158"/>
          </a:xfrm>
          <a:prstGeom prst="rect">
            <a:avLst/>
          </a:prstGeom>
          <a:ln>
            <a:solidFill>
              <a:srgbClr val="C00000"/>
            </a:solidFill>
          </a:ln>
        </p:spPr>
      </p:pic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DAE0F9FE-333D-0DC1-A930-1FDB39D0EAE1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94433" y="4195007"/>
            <a:ext cx="2782572" cy="1252158"/>
          </a:xfrm>
          <a:prstGeom prst="rect">
            <a:avLst/>
          </a:prstGeom>
          <a:ln>
            <a:solidFill>
              <a:srgbClr val="C00000"/>
            </a:solidFill>
          </a:ln>
        </p:spPr>
      </p:pic>
      <p:pic>
        <p:nvPicPr>
          <p:cNvPr id="25" name="Рисунок 24">
            <a:extLst>
              <a:ext uri="{FF2B5EF4-FFF2-40B4-BE49-F238E27FC236}">
                <a16:creationId xmlns:a16="http://schemas.microsoft.com/office/drawing/2014/main" id="{394B8031-18BD-C6C5-C705-08A1F967FE98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7006" y="4195006"/>
            <a:ext cx="2782574" cy="1252158"/>
          </a:xfrm>
          <a:prstGeom prst="rect">
            <a:avLst/>
          </a:prstGeom>
          <a:ln>
            <a:solidFill>
              <a:srgbClr val="C00000"/>
            </a:solidFill>
          </a:ln>
        </p:spPr>
      </p:pic>
      <p:pic>
        <p:nvPicPr>
          <p:cNvPr id="26" name="Рисунок 25">
            <a:extLst>
              <a:ext uri="{FF2B5EF4-FFF2-40B4-BE49-F238E27FC236}">
                <a16:creationId xmlns:a16="http://schemas.microsoft.com/office/drawing/2014/main" id="{139B20A2-3E8D-E10B-A437-EAFB0FCAD28B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194427" y="1690688"/>
            <a:ext cx="2782577" cy="1252160"/>
          </a:xfrm>
          <a:prstGeom prst="rect">
            <a:avLst/>
          </a:prstGeom>
          <a:ln>
            <a:solidFill>
              <a:srgbClr val="C00000"/>
            </a:solidFill>
          </a:ln>
        </p:spPr>
      </p:pic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4DFD96C3-4318-B76A-1C55-D99F5BF7F9D3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914" t="60064" r="72729" b="33739"/>
          <a:stretch/>
        </p:blipFill>
        <p:spPr bwMode="auto">
          <a:xfrm>
            <a:off x="2615042" y="2783292"/>
            <a:ext cx="233421" cy="276249"/>
          </a:xfrm>
          <a:prstGeom prst="rect">
            <a:avLst/>
          </a:prstGeom>
          <a:ln>
            <a:noFill/>
          </a:ln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9B0AA607-AC75-64D1-2DC0-3A9D426F6B30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275" t="71980" r="65473" b="18290"/>
          <a:stretch/>
        </p:blipFill>
        <p:spPr bwMode="auto">
          <a:xfrm>
            <a:off x="4294914" y="2783292"/>
            <a:ext cx="198103" cy="266724"/>
          </a:xfrm>
          <a:prstGeom prst="rect">
            <a:avLst/>
          </a:prstGeom>
          <a:ln>
            <a:noFill/>
          </a:ln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3E973124-14AB-A9AF-D527-3F21D9B0E663}"/>
              </a:ext>
            </a:extLst>
          </p:cNvPr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648" t="70714" r="64959" b="19398"/>
          <a:stretch/>
        </p:blipFill>
        <p:spPr bwMode="auto">
          <a:xfrm>
            <a:off x="2731752" y="5064211"/>
            <a:ext cx="233420" cy="236452"/>
          </a:xfrm>
          <a:prstGeom prst="rect">
            <a:avLst/>
          </a:prstGeom>
          <a:ln>
            <a:noFill/>
          </a:ln>
        </p:spPr>
      </p:pic>
      <p:sp>
        <p:nvSpPr>
          <p:cNvPr id="8" name="Прямоугольник: скругленные углы 7">
            <a:extLst>
              <a:ext uri="{FF2B5EF4-FFF2-40B4-BE49-F238E27FC236}">
                <a16:creationId xmlns:a16="http://schemas.microsoft.com/office/drawing/2014/main" id="{BF8DDD7D-BF53-3A50-151E-0D0776A1C59A}"/>
              </a:ext>
            </a:extLst>
          </p:cNvPr>
          <p:cNvSpPr/>
          <p:nvPr/>
        </p:nvSpPr>
        <p:spPr bwMode="auto">
          <a:xfrm>
            <a:off x="6810940" y="2402304"/>
            <a:ext cx="191813" cy="160064"/>
          </a:xfrm>
          <a:prstGeom prst="round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n>
                <a:solidFill>
                  <a:schemeClr val="accent2">
                    <a:lumMod val="75000"/>
                  </a:schemeClr>
                </a:solidFill>
              </a:ln>
            </a:endParaRPr>
          </a:p>
        </p:txBody>
      </p:sp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15B807CF-82E5-1610-ECAF-EECD031FD696}"/>
              </a:ext>
            </a:extLst>
          </p:cNvPr>
          <p:cNvSpPr/>
          <p:nvPr/>
        </p:nvSpPr>
        <p:spPr bwMode="auto">
          <a:xfrm>
            <a:off x="9790376" y="2562368"/>
            <a:ext cx="191813" cy="160064"/>
          </a:xfrm>
          <a:prstGeom prst="round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n>
                <a:solidFill>
                  <a:schemeClr val="accent2">
                    <a:lumMod val="75000"/>
                  </a:schemeClr>
                </a:solidFill>
              </a:ln>
            </a:endParaRP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5E1D2B3F-EB48-76E5-30E5-81F95E24FD6B}"/>
              </a:ext>
            </a:extLst>
          </p:cNvPr>
          <p:cNvSpPr/>
          <p:nvPr/>
        </p:nvSpPr>
        <p:spPr bwMode="auto">
          <a:xfrm>
            <a:off x="9728765" y="3568930"/>
            <a:ext cx="320110" cy="291870"/>
          </a:xfrm>
          <a:prstGeom prst="round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n>
                <a:solidFill>
                  <a:schemeClr val="accent2">
                    <a:lumMod val="75000"/>
                  </a:schemeClr>
                </a:solidFill>
              </a:ln>
            </a:endParaRPr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35CE1FC3-C4F1-981A-ED5F-3EDC338ADD41}"/>
              </a:ext>
            </a:extLst>
          </p:cNvPr>
          <p:cNvSpPr/>
          <p:nvPr/>
        </p:nvSpPr>
        <p:spPr bwMode="auto">
          <a:xfrm>
            <a:off x="7103040" y="4580991"/>
            <a:ext cx="191813" cy="160064"/>
          </a:xfrm>
          <a:prstGeom prst="round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n>
                <a:solidFill>
                  <a:schemeClr val="accent2">
                    <a:lumMod val="75000"/>
                  </a:schemeClr>
                </a:solidFill>
              </a:ln>
            </a:endParaRPr>
          </a:p>
        </p:txBody>
      </p:sp>
      <p:sp>
        <p:nvSpPr>
          <p:cNvPr id="16" name="Прямоугольник: скругленные углы 15">
            <a:extLst>
              <a:ext uri="{FF2B5EF4-FFF2-40B4-BE49-F238E27FC236}">
                <a16:creationId xmlns:a16="http://schemas.microsoft.com/office/drawing/2014/main" id="{5E393F0D-2972-D519-E3F7-0486FCC27D0B}"/>
              </a:ext>
            </a:extLst>
          </p:cNvPr>
          <p:cNvSpPr/>
          <p:nvPr/>
        </p:nvSpPr>
        <p:spPr bwMode="auto">
          <a:xfrm>
            <a:off x="9799398" y="5064211"/>
            <a:ext cx="191813" cy="160064"/>
          </a:xfrm>
          <a:prstGeom prst="round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n>
                <a:solidFill>
                  <a:schemeClr val="accent2">
                    <a:lumMod val="75000"/>
                  </a:schemeClr>
                </a:solidFill>
              </a:ln>
            </a:endParaRPr>
          </a:p>
        </p:txBody>
      </p:sp>
    </p:spTree>
    <p:extLst>
      <p:ext uri="{BB962C8B-B14F-4D97-AF65-F5344CB8AC3E}">
        <p14:creationId xmlns:p14="http://schemas.microsoft.com/office/powerpoint/2010/main" val="2136754129"/>
      </p:ext>
    </p:extLst>
  </p:cSld>
  <p:clrMapOvr>
    <a:masterClrMapping/>
  </p:clrMapOvr>
  <p:transition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7227549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 sz="4400" b="0" i="0" u="none" strike="noStrike" cap="none" spc="0">
                <a:solidFill>
                  <a:schemeClr val="bg1"/>
                </a:solidFill>
                <a:latin typeface="Arial"/>
                <a:ea typeface="Arial"/>
                <a:cs typeface="Arial"/>
              </a:rPr>
              <a:t>Часть 3. Нанесение меток на карту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393465860" name="Текст 2"/>
          <p:cNvSpPr>
            <a:spLocks noGrp="1"/>
          </p:cNvSpPr>
          <p:nvPr>
            <p:ph type="body" idx="1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normAutofit fontScale="90000" lnSpcReduction="2000"/>
          </a:bodyPr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defRPr/>
            </a:pPr>
            <a:r>
              <a:rPr lang="ru-RU" sz="2300" b="1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3. </a:t>
            </a:r>
            <a:r>
              <a:rPr lang="ru-RU" sz="230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Отображение метки для всех пользователей внутри одной сети</a:t>
            </a:r>
            <a:endParaRPr sz="2600" dirty="0">
              <a:solidFill>
                <a:schemeClr val="bg1"/>
              </a:solidFill>
            </a:endParaRPr>
          </a:p>
        </p:txBody>
      </p:sp>
      <p:sp>
        <p:nvSpPr>
          <p:cNvPr id="1034099879" name="Объект 3"/>
          <p:cNvSpPr>
            <a:spLocks noGrp="1"/>
          </p:cNvSpPr>
          <p:nvPr>
            <p:ph sz="half" idx="2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normAutofit/>
          </a:bodyPr>
          <a:lstStyle/>
          <a:p>
            <a:pPr marL="0" marR="0" indent="0">
              <a:buFont typeface="Arial"/>
              <a:buNone/>
              <a:defRPr/>
            </a:pPr>
            <a:r>
              <a:rPr lang="ru-RU" sz="1100" b="0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Способ А</a:t>
            </a:r>
          </a:p>
          <a:p>
            <a:pPr marL="0" marR="0" indent="0">
              <a:buFont typeface="Arial"/>
              <a:buNone/>
              <a:defRPr/>
            </a:pPr>
            <a:r>
              <a:rPr lang="ru-RU" sz="1100" dirty="0">
                <a:solidFill>
                  <a:schemeClr val="bg1"/>
                </a:solidFill>
                <a:latin typeface="Arial"/>
                <a:cs typeface="Arial"/>
              </a:rPr>
              <a:t>После добавления метки</a:t>
            </a:r>
            <a:r>
              <a:rPr lang="en-US" sz="1100" dirty="0">
                <a:solidFill>
                  <a:schemeClr val="bg1"/>
                </a:solidFill>
                <a:latin typeface="Arial"/>
                <a:cs typeface="Arial"/>
              </a:rPr>
              <a:t>,</a:t>
            </a:r>
            <a:r>
              <a:rPr lang="ru-RU" sz="1100" dirty="0">
                <a:solidFill>
                  <a:schemeClr val="bg1"/>
                </a:solidFill>
                <a:latin typeface="Arial"/>
                <a:cs typeface="Arial"/>
              </a:rPr>
              <a:t> внизу  в панели меток будет отмечена последняя  нанесенная метка.</a:t>
            </a:r>
          </a:p>
          <a:p>
            <a:pPr marL="0" marR="0" indent="0">
              <a:buFont typeface="Arial"/>
              <a:buNone/>
              <a:defRPr/>
            </a:pPr>
            <a:r>
              <a:rPr lang="ru-RU" sz="1100" dirty="0">
                <a:solidFill>
                  <a:schemeClr val="bg1"/>
                </a:solidFill>
                <a:latin typeface="Arial"/>
                <a:cs typeface="Arial"/>
              </a:rPr>
              <a:t>Жмет кнопку           и кнопку              </a:t>
            </a:r>
          </a:p>
          <a:p>
            <a:pPr marL="0" indent="0">
              <a:buNone/>
              <a:defRPr/>
            </a:pPr>
            <a:r>
              <a:rPr lang="ru-RU" sz="1100" b="0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Способ Б</a:t>
            </a:r>
          </a:p>
          <a:p>
            <a:pPr marL="0" indent="0">
              <a:buNone/>
              <a:defRPr/>
            </a:pPr>
            <a:r>
              <a:rPr lang="ru-RU" sz="110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Выбираем маркер</a:t>
            </a:r>
            <a:r>
              <a:rPr lang="en-US" sz="110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,</a:t>
            </a:r>
            <a:r>
              <a:rPr lang="ru-RU" sz="110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 жмем кнопку               </a:t>
            </a:r>
            <a:r>
              <a:rPr lang="en-US" sz="110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,</a:t>
            </a:r>
            <a:r>
              <a:rPr lang="ru-RU" sz="110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 в панели жмем           и кнопку         </a:t>
            </a:r>
            <a:endParaRPr lang="ru-RU" sz="1100" b="0" i="0" u="none" strike="noStrike" cap="none" spc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  <a:p>
            <a:pPr marL="0" indent="0">
              <a:buNone/>
              <a:defRPr/>
            </a:pPr>
            <a:endParaRPr lang="ru-RU" sz="1100" b="0" i="0" u="none" strike="noStrike" cap="none" spc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  <a:p>
            <a:pPr marL="0" indent="0">
              <a:buNone/>
              <a:defRPr/>
            </a:pPr>
            <a:r>
              <a:rPr lang="ru-RU" sz="1100" b="0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Способ В</a:t>
            </a:r>
          </a:p>
          <a:p>
            <a:pPr marL="0" indent="0">
              <a:buNone/>
              <a:defRPr/>
            </a:pPr>
            <a:r>
              <a:rPr lang="ru-RU" sz="110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Выбираем маркер</a:t>
            </a:r>
            <a:r>
              <a:rPr lang="en-US" sz="110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,</a:t>
            </a:r>
            <a:r>
              <a:rPr lang="ru-RU" sz="110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 жмем кнопку            (удержанием)</a:t>
            </a:r>
            <a:r>
              <a:rPr lang="en-US" sz="110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,</a:t>
            </a:r>
            <a:r>
              <a:rPr lang="ru-RU" sz="110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 жмем                </a:t>
            </a:r>
            <a:r>
              <a:rPr lang="en-US" sz="110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,</a:t>
            </a:r>
            <a:r>
              <a:rPr lang="ru-RU" sz="110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 </a:t>
            </a:r>
            <a:endParaRPr lang="ru-RU" sz="1100" b="0" i="0" u="none" strike="noStrike" cap="none" spc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  <a:p>
            <a:pPr marL="0" marR="0" indent="0">
              <a:buFont typeface="Arial"/>
              <a:buNone/>
              <a:defRPr/>
            </a:pPr>
            <a:r>
              <a:rPr lang="ru-RU" sz="110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и кнопку                     </a:t>
            </a:r>
            <a:endParaRPr lang="ru-RU" sz="1100" dirty="0">
              <a:solidFill>
                <a:schemeClr val="bg1"/>
              </a:solidFill>
              <a:latin typeface="Arial"/>
              <a:cs typeface="Arial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139D334-930F-0A88-D1A4-D3CA4EDA31A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690688"/>
            <a:ext cx="2523067" cy="1135380"/>
          </a:xfrm>
          <a:prstGeom prst="rect">
            <a:avLst/>
          </a:prstGeom>
          <a:ln>
            <a:solidFill>
              <a:srgbClr val="C00000"/>
            </a:solidFill>
          </a:ln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7FA14753-E3DF-17B0-AADA-0C8D943F1B6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2550" t="90101" r="13171" b="951"/>
          <a:stretch/>
        </p:blipFill>
        <p:spPr bwMode="auto">
          <a:xfrm>
            <a:off x="1860550" y="3189942"/>
            <a:ext cx="253999" cy="239058"/>
          </a:xfrm>
          <a:prstGeom prst="rect">
            <a:avLst/>
          </a:prstGeom>
          <a:ln>
            <a:noFill/>
          </a:ln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08812843-5B82-F795-9A4F-DD93EB4E07A2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7442" t="93214" r="5237" b="744"/>
          <a:stretch/>
        </p:blipFill>
        <p:spPr>
          <a:xfrm>
            <a:off x="2741613" y="3189943"/>
            <a:ext cx="1522888" cy="239058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5E5D6E5E-BB01-171C-2639-8A2C6B55CBD2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19067" y="1690688"/>
            <a:ext cx="2523067" cy="1135380"/>
          </a:xfrm>
          <a:prstGeom prst="rect">
            <a:avLst/>
          </a:prstGeom>
          <a:ln>
            <a:solidFill>
              <a:srgbClr val="C00000"/>
            </a:solidFill>
          </a:ln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EA207261-ADE2-CDB6-8719-73163FA455ED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2826069"/>
            <a:ext cx="2523067" cy="1135380"/>
          </a:xfrm>
          <a:prstGeom prst="rect">
            <a:avLst/>
          </a:prstGeom>
          <a:ln>
            <a:solidFill>
              <a:srgbClr val="C00000"/>
            </a:solidFill>
          </a:ln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AABA83F6-1D8F-D6C2-0BFA-9A23A323386C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5997" y="5096829"/>
            <a:ext cx="2523067" cy="1135380"/>
          </a:xfrm>
          <a:prstGeom prst="rect">
            <a:avLst/>
          </a:prstGeom>
          <a:ln>
            <a:solidFill>
              <a:srgbClr val="C00000"/>
            </a:solidFill>
          </a:ln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2094C2D6-071D-8102-C0CC-F2FBCE055F73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3961449"/>
            <a:ext cx="2523067" cy="1135380"/>
          </a:xfrm>
          <a:prstGeom prst="rect">
            <a:avLst/>
          </a:prstGeom>
          <a:ln>
            <a:solidFill>
              <a:srgbClr val="C00000"/>
            </a:solidFill>
          </a:ln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53C26BEC-0878-5FFF-8A55-561FB973A3AB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19066" y="2826069"/>
            <a:ext cx="2523067" cy="1135380"/>
          </a:xfrm>
          <a:prstGeom prst="rect">
            <a:avLst/>
          </a:prstGeom>
          <a:ln>
            <a:solidFill>
              <a:srgbClr val="C00000"/>
            </a:solidFill>
          </a:ln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EF43F8F3-224C-738B-24DF-2336160A47AE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619065" y="3961449"/>
            <a:ext cx="2523067" cy="1135380"/>
          </a:xfrm>
          <a:prstGeom prst="rect">
            <a:avLst/>
          </a:prstGeom>
          <a:ln>
            <a:solidFill>
              <a:srgbClr val="C00000"/>
            </a:solidFill>
          </a:ln>
        </p:spPr>
      </p:pic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41F99759-7960-97B9-9752-C61A66EBAECD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619064" y="5096829"/>
            <a:ext cx="2523067" cy="1135380"/>
          </a:xfrm>
          <a:prstGeom prst="rect">
            <a:avLst/>
          </a:prstGeom>
          <a:ln>
            <a:solidFill>
              <a:srgbClr val="C00000"/>
            </a:solidFill>
          </a:ln>
        </p:spPr>
      </p:pic>
      <p:sp>
        <p:nvSpPr>
          <p:cNvPr id="21" name="Прямоугольник: скругленные углы 20">
            <a:extLst>
              <a:ext uri="{FF2B5EF4-FFF2-40B4-BE49-F238E27FC236}">
                <a16:creationId xmlns:a16="http://schemas.microsoft.com/office/drawing/2014/main" id="{66EC1776-029B-20DF-4E2F-7927F2331723}"/>
              </a:ext>
            </a:extLst>
          </p:cNvPr>
          <p:cNvSpPr/>
          <p:nvPr/>
        </p:nvSpPr>
        <p:spPr bwMode="auto">
          <a:xfrm>
            <a:off x="7736452" y="2721768"/>
            <a:ext cx="759848" cy="104299"/>
          </a:xfrm>
          <a:prstGeom prst="round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n>
                <a:solidFill>
                  <a:schemeClr val="accent2">
                    <a:lumMod val="75000"/>
                  </a:schemeClr>
                </a:solidFill>
              </a:ln>
            </a:endParaRPr>
          </a:p>
        </p:txBody>
      </p:sp>
      <p:sp>
        <p:nvSpPr>
          <p:cNvPr id="22" name="Прямоугольник: скругленные углы 21">
            <a:extLst>
              <a:ext uri="{FF2B5EF4-FFF2-40B4-BE49-F238E27FC236}">
                <a16:creationId xmlns:a16="http://schemas.microsoft.com/office/drawing/2014/main" id="{A9515C09-32F6-E52E-69BC-928692E1B2E3}"/>
              </a:ext>
            </a:extLst>
          </p:cNvPr>
          <p:cNvSpPr/>
          <p:nvPr/>
        </p:nvSpPr>
        <p:spPr bwMode="auto">
          <a:xfrm>
            <a:off x="10587038" y="2762250"/>
            <a:ext cx="454554" cy="63817"/>
          </a:xfrm>
          <a:prstGeom prst="round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n>
                <a:solidFill>
                  <a:schemeClr val="accent2">
                    <a:lumMod val="75000"/>
                  </a:schemeClr>
                </a:solidFill>
              </a:ln>
            </a:endParaRPr>
          </a:p>
        </p:txBody>
      </p:sp>
      <p:sp>
        <p:nvSpPr>
          <p:cNvPr id="23" name="Прямоугольник: скругленные углы 22">
            <a:extLst>
              <a:ext uri="{FF2B5EF4-FFF2-40B4-BE49-F238E27FC236}">
                <a16:creationId xmlns:a16="http://schemas.microsoft.com/office/drawing/2014/main" id="{60062A9F-D5C7-951C-A998-DDCB9357FB25}"/>
              </a:ext>
            </a:extLst>
          </p:cNvPr>
          <p:cNvSpPr/>
          <p:nvPr/>
        </p:nvSpPr>
        <p:spPr bwMode="auto">
          <a:xfrm>
            <a:off x="6976604" y="3607593"/>
            <a:ext cx="100471" cy="104299"/>
          </a:xfrm>
          <a:prstGeom prst="round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n>
                <a:solidFill>
                  <a:schemeClr val="accent2">
                    <a:lumMod val="75000"/>
                  </a:schemeClr>
                </a:solidFill>
              </a:ln>
            </a:endParaRPr>
          </a:p>
        </p:txBody>
      </p:sp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2D320533-02E9-FB97-8AEE-6285CC2C7049}"/>
              </a:ext>
            </a:extLst>
          </p:cNvPr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127" t="68538" r="61217" b="21115"/>
          <a:stretch/>
        </p:blipFill>
        <p:spPr bwMode="auto">
          <a:xfrm>
            <a:off x="3175000" y="3750608"/>
            <a:ext cx="250825" cy="250825"/>
          </a:xfrm>
          <a:prstGeom prst="rect">
            <a:avLst/>
          </a:prstGeom>
          <a:ln>
            <a:noFill/>
          </a:ln>
        </p:spPr>
      </p:pic>
      <p:pic>
        <p:nvPicPr>
          <p:cNvPr id="25" name="Рисунок 24">
            <a:extLst>
              <a:ext uri="{FF2B5EF4-FFF2-40B4-BE49-F238E27FC236}">
                <a16:creationId xmlns:a16="http://schemas.microsoft.com/office/drawing/2014/main" id="{079FFCA8-15E1-EE29-94E7-7D4768FA4C4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2550" t="90101" r="13171" b="951"/>
          <a:stretch/>
        </p:blipFill>
        <p:spPr bwMode="auto">
          <a:xfrm>
            <a:off x="4752975" y="3739495"/>
            <a:ext cx="253999" cy="239058"/>
          </a:xfrm>
          <a:prstGeom prst="rect">
            <a:avLst/>
          </a:prstGeom>
          <a:ln>
            <a:noFill/>
          </a:ln>
        </p:spPr>
      </p:pic>
      <p:pic>
        <p:nvPicPr>
          <p:cNvPr id="26" name="Рисунок 25">
            <a:extLst>
              <a:ext uri="{FF2B5EF4-FFF2-40B4-BE49-F238E27FC236}">
                <a16:creationId xmlns:a16="http://schemas.microsoft.com/office/drawing/2014/main" id="{AAE59BC5-270F-E127-E891-0241CEACBE16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7442" t="93214" r="5237" b="744"/>
          <a:stretch/>
        </p:blipFill>
        <p:spPr bwMode="auto">
          <a:xfrm>
            <a:off x="905985" y="3994943"/>
            <a:ext cx="1522888" cy="239058"/>
          </a:xfrm>
          <a:prstGeom prst="rect">
            <a:avLst/>
          </a:prstGeom>
        </p:spPr>
      </p:pic>
      <p:sp>
        <p:nvSpPr>
          <p:cNvPr id="27" name="Прямоугольник: скругленные углы 26">
            <a:extLst>
              <a:ext uri="{FF2B5EF4-FFF2-40B4-BE49-F238E27FC236}">
                <a16:creationId xmlns:a16="http://schemas.microsoft.com/office/drawing/2014/main" id="{78CEEA02-2017-BF65-9F8C-F9C5AB455297}"/>
              </a:ext>
            </a:extLst>
          </p:cNvPr>
          <p:cNvSpPr/>
          <p:nvPr/>
        </p:nvSpPr>
        <p:spPr bwMode="auto">
          <a:xfrm>
            <a:off x="10190470" y="3873322"/>
            <a:ext cx="239405" cy="88125"/>
          </a:xfrm>
          <a:prstGeom prst="round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n>
                <a:solidFill>
                  <a:schemeClr val="accent2">
                    <a:lumMod val="75000"/>
                  </a:schemeClr>
                </a:solidFill>
              </a:ln>
            </a:endParaRPr>
          </a:p>
        </p:txBody>
      </p:sp>
      <p:sp>
        <p:nvSpPr>
          <p:cNvPr id="28" name="Прямоугольник: скругленные углы 27">
            <a:extLst>
              <a:ext uri="{FF2B5EF4-FFF2-40B4-BE49-F238E27FC236}">
                <a16:creationId xmlns:a16="http://schemas.microsoft.com/office/drawing/2014/main" id="{E4348782-2EF5-A829-3B61-5BAC85CCDD9E}"/>
              </a:ext>
            </a:extLst>
          </p:cNvPr>
          <p:cNvSpPr/>
          <p:nvPr/>
        </p:nvSpPr>
        <p:spPr bwMode="auto">
          <a:xfrm>
            <a:off x="8039100" y="5017135"/>
            <a:ext cx="481539" cy="79693"/>
          </a:xfrm>
          <a:prstGeom prst="round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n>
                <a:solidFill>
                  <a:schemeClr val="accent2">
                    <a:lumMod val="75000"/>
                  </a:schemeClr>
                </a:solidFill>
              </a:ln>
            </a:endParaRPr>
          </a:p>
        </p:txBody>
      </p:sp>
      <p:pic>
        <p:nvPicPr>
          <p:cNvPr id="29" name="Рисунок 28">
            <a:extLst>
              <a:ext uri="{FF2B5EF4-FFF2-40B4-BE49-F238E27FC236}">
                <a16:creationId xmlns:a16="http://schemas.microsoft.com/office/drawing/2014/main" id="{D57B79BC-B820-0C12-016C-EB7B4939E45D}"/>
              </a:ext>
            </a:extLst>
          </p:cNvPr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127" t="68538" r="61217" b="21115"/>
          <a:stretch/>
        </p:blipFill>
        <p:spPr bwMode="auto">
          <a:xfrm>
            <a:off x="3167856" y="4558506"/>
            <a:ext cx="250825" cy="250825"/>
          </a:xfrm>
          <a:prstGeom prst="rect">
            <a:avLst/>
          </a:prstGeom>
          <a:ln>
            <a:noFill/>
          </a:ln>
        </p:spPr>
      </p:pic>
      <p:pic>
        <p:nvPicPr>
          <p:cNvPr id="30" name="Рисунок 29">
            <a:extLst>
              <a:ext uri="{FF2B5EF4-FFF2-40B4-BE49-F238E27FC236}">
                <a16:creationId xmlns:a16="http://schemas.microsoft.com/office/drawing/2014/main" id="{2270EDA1-0C72-5489-D14C-B18C5FADA1F1}"/>
              </a:ext>
            </a:extLst>
          </p:cNvPr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430" t="58573" r="58946" b="33457"/>
          <a:stretch/>
        </p:blipFill>
        <p:spPr bwMode="auto">
          <a:xfrm>
            <a:off x="4879974" y="4564389"/>
            <a:ext cx="308257" cy="239058"/>
          </a:xfrm>
          <a:prstGeom prst="rect">
            <a:avLst/>
          </a:prstGeom>
          <a:ln>
            <a:solidFill>
              <a:srgbClr val="C00000"/>
            </a:solidFill>
          </a:ln>
        </p:spPr>
      </p:pic>
      <p:pic>
        <p:nvPicPr>
          <p:cNvPr id="31" name="Рисунок 30">
            <a:extLst>
              <a:ext uri="{FF2B5EF4-FFF2-40B4-BE49-F238E27FC236}">
                <a16:creationId xmlns:a16="http://schemas.microsoft.com/office/drawing/2014/main" id="{3ED818B7-A847-0140-96C9-F6EDA3E0C69F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7442" t="93214" r="5237" b="744"/>
          <a:stretch/>
        </p:blipFill>
        <p:spPr bwMode="auto">
          <a:xfrm>
            <a:off x="1534635" y="4823082"/>
            <a:ext cx="1522888" cy="239058"/>
          </a:xfrm>
          <a:prstGeom prst="rect">
            <a:avLst/>
          </a:prstGeom>
        </p:spPr>
      </p:pic>
      <p:sp>
        <p:nvSpPr>
          <p:cNvPr id="32" name="Прямоугольник: скругленные углы 31">
            <a:extLst>
              <a:ext uri="{FF2B5EF4-FFF2-40B4-BE49-F238E27FC236}">
                <a16:creationId xmlns:a16="http://schemas.microsoft.com/office/drawing/2014/main" id="{CEEFF1A9-1CB1-B1D7-0183-E1959C1EC12A}"/>
              </a:ext>
            </a:extLst>
          </p:cNvPr>
          <p:cNvSpPr/>
          <p:nvPr/>
        </p:nvSpPr>
        <p:spPr bwMode="auto">
          <a:xfrm>
            <a:off x="9483725" y="4763600"/>
            <a:ext cx="104775" cy="79693"/>
          </a:xfrm>
          <a:prstGeom prst="round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n>
                <a:solidFill>
                  <a:schemeClr val="accent2">
                    <a:lumMod val="75000"/>
                  </a:schemeClr>
                </a:solidFill>
              </a:ln>
            </a:endParaRPr>
          </a:p>
        </p:txBody>
      </p:sp>
      <p:sp>
        <p:nvSpPr>
          <p:cNvPr id="33" name="Прямоугольник: скругленные углы 32">
            <a:extLst>
              <a:ext uri="{FF2B5EF4-FFF2-40B4-BE49-F238E27FC236}">
                <a16:creationId xmlns:a16="http://schemas.microsoft.com/office/drawing/2014/main" id="{10F9BEEE-35AA-3A66-21C8-7CD3506778F0}"/>
              </a:ext>
            </a:extLst>
          </p:cNvPr>
          <p:cNvSpPr/>
          <p:nvPr/>
        </p:nvSpPr>
        <p:spPr bwMode="auto">
          <a:xfrm>
            <a:off x="7026839" y="5776278"/>
            <a:ext cx="93099" cy="79693"/>
          </a:xfrm>
          <a:prstGeom prst="round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n>
                <a:solidFill>
                  <a:schemeClr val="accent2">
                    <a:lumMod val="75000"/>
                  </a:schemeClr>
                </a:solidFill>
              </a:ln>
            </a:endParaRPr>
          </a:p>
        </p:txBody>
      </p:sp>
      <p:sp>
        <p:nvSpPr>
          <p:cNvPr id="34" name="Прямоугольник: скругленные углы 33">
            <a:extLst>
              <a:ext uri="{FF2B5EF4-FFF2-40B4-BE49-F238E27FC236}">
                <a16:creationId xmlns:a16="http://schemas.microsoft.com/office/drawing/2014/main" id="{9C9D4D0D-959E-391C-5C62-EC72FA6335D9}"/>
              </a:ext>
            </a:extLst>
          </p:cNvPr>
          <p:cNvSpPr/>
          <p:nvPr/>
        </p:nvSpPr>
        <p:spPr bwMode="auto">
          <a:xfrm>
            <a:off x="10555817" y="6161086"/>
            <a:ext cx="481539" cy="79693"/>
          </a:xfrm>
          <a:prstGeom prst="round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n>
                <a:solidFill>
                  <a:schemeClr val="accent2">
                    <a:lumMod val="75000"/>
                  </a:schemeClr>
                </a:solidFill>
              </a:ln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:w="http://schemas.openxmlformats.org/wordprocessingml/2006/main" xmlns:m="http://schemas.openxmlformats.org/officeDocument/2006/math" xmlns=""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4888651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 sz="4400" b="0" i="0" u="none" strike="noStrike" cap="none" spc="0">
                <a:solidFill>
                  <a:schemeClr val="bg1"/>
                </a:solidFill>
                <a:latin typeface="Arial"/>
                <a:ea typeface="Arial"/>
                <a:cs typeface="Arial"/>
              </a:rPr>
              <a:t>Часть 3. Нанесение меток на карту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1060259062" name="Текст 2"/>
          <p:cNvSpPr>
            <a:spLocks noGrp="1"/>
          </p:cNvSpPr>
          <p:nvPr>
            <p:ph type="body" idx="1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normAutofit/>
          </a:bodyPr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defRPr/>
            </a:pPr>
            <a:r>
              <a:rPr lang="ru-RU" sz="2100" b="1" i="0" u="none" strike="noStrike" cap="none" spc="0">
                <a:solidFill>
                  <a:schemeClr val="bg1"/>
                </a:solidFill>
                <a:latin typeface="Arial"/>
                <a:ea typeface="Arial"/>
                <a:cs typeface="Arial"/>
              </a:rPr>
              <a:t>4. Адресное управление: Распределение бойцов по точкам</a:t>
            </a:r>
            <a:endParaRPr sz="2600">
              <a:solidFill>
                <a:schemeClr val="bg1"/>
              </a:solidFill>
            </a:endParaRPr>
          </a:p>
        </p:txBody>
      </p:sp>
      <p:sp>
        <p:nvSpPr>
          <p:cNvPr id="564404923" name="Объект 3"/>
          <p:cNvSpPr>
            <a:spLocks noGrp="1"/>
          </p:cNvSpPr>
          <p:nvPr>
            <p:ph sz="half" idx="2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normAutofit/>
          </a:bodyPr>
          <a:lstStyle/>
          <a:p>
            <a:pPr marL="0" marR="0" indent="0">
              <a:buFont typeface="Arial"/>
              <a:buNone/>
              <a:defRPr/>
            </a:pPr>
            <a:r>
              <a:rPr lang="ru-RU" sz="1100" b="0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Чтобы не создавать кашу на экранах, командир может выдавать персональные задачи конкретным людям:</a:t>
            </a:r>
          </a:p>
          <a:p>
            <a:pPr marR="0">
              <a:buFontTx/>
              <a:buChar char="-"/>
              <a:defRPr/>
            </a:pPr>
            <a:r>
              <a:rPr lang="ru-RU" sz="110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Выбираем метку.</a:t>
            </a:r>
          </a:p>
          <a:p>
            <a:pPr marR="0">
              <a:buFontTx/>
              <a:buChar char="-"/>
              <a:defRPr/>
            </a:pPr>
            <a:r>
              <a:rPr lang="ru-RU" sz="1100" b="0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Выполняем действия как в п.3 ч.3 Инструкции</a:t>
            </a:r>
            <a:r>
              <a:rPr lang="en-US" sz="1100" b="0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,</a:t>
            </a:r>
            <a:r>
              <a:rPr lang="ru-RU" sz="1100" b="0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 однако вместо кнопки</a:t>
            </a:r>
          </a:p>
          <a:p>
            <a:pPr marL="0" marR="0" indent="0">
              <a:buNone/>
              <a:defRPr/>
            </a:pPr>
            <a:r>
              <a:rPr lang="ru-RU" sz="110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                                                выбираем пользователей и жмем</a:t>
            </a:r>
            <a:r>
              <a:rPr lang="ru-RU" sz="1100" b="0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 </a:t>
            </a:r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1C84B5B2-4E63-8634-CB5C-D1140838BD1C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39788" y="3821112"/>
            <a:ext cx="5584319" cy="2512943"/>
          </a:xfrm>
        </p:spPr>
      </p:pic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323A76B8-393F-680F-4BA8-E78783B5EF0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7442" t="93214" r="5237" b="744"/>
          <a:stretch/>
        </p:blipFill>
        <p:spPr bwMode="auto">
          <a:xfrm>
            <a:off x="1169988" y="3429000"/>
            <a:ext cx="1522888" cy="239058"/>
          </a:xfrm>
          <a:prstGeom prst="rect">
            <a:avLst/>
          </a:prstGeom>
        </p:spPr>
      </p:pic>
      <p:pic>
        <p:nvPicPr>
          <p:cNvPr id="6" name="Объект 4">
            <a:extLst>
              <a:ext uri="{FF2B5EF4-FFF2-40B4-BE49-F238E27FC236}">
                <a16:creationId xmlns:a16="http://schemas.microsoft.com/office/drawing/2014/main" id="{03ECF7FC-5738-CE82-D581-29112CD8E6CE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093" t="93030" r="23103" b="267"/>
          <a:stretch/>
        </p:blipFill>
        <p:spPr bwMode="auto">
          <a:xfrm>
            <a:off x="5013147" y="3429001"/>
            <a:ext cx="1410960" cy="239058"/>
          </a:xfrm>
          <a:prstGeom prst="rect">
            <a:avLst/>
          </a:prstGeom>
        </p:spPr>
      </p:pic>
      <p:sp>
        <p:nvSpPr>
          <p:cNvPr id="7" name="Прямоугольник: скругленные углы 6">
            <a:extLst>
              <a:ext uri="{FF2B5EF4-FFF2-40B4-BE49-F238E27FC236}">
                <a16:creationId xmlns:a16="http://schemas.microsoft.com/office/drawing/2014/main" id="{25B37A58-F082-1E67-8B52-2B907E13B9EF}"/>
              </a:ext>
            </a:extLst>
          </p:cNvPr>
          <p:cNvSpPr/>
          <p:nvPr/>
        </p:nvSpPr>
        <p:spPr bwMode="auto">
          <a:xfrm>
            <a:off x="4137660" y="6142319"/>
            <a:ext cx="1036320" cy="200396"/>
          </a:xfrm>
          <a:prstGeom prst="round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n>
                <a:solidFill>
                  <a:schemeClr val="accent2">
                    <a:lumMod val="75000"/>
                  </a:schemeClr>
                </a:solidFill>
              </a:ln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:w="http://schemas.openxmlformats.org/wordprocessingml/2006/main" xmlns:m="http://schemas.openxmlformats.org/officeDocument/2006/math" xmlns=""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5222769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 sz="4400" b="0" i="0" u="none" strike="noStrike" cap="none" spc="0">
                <a:solidFill>
                  <a:schemeClr val="bg1"/>
                </a:solidFill>
                <a:latin typeface="Arial"/>
                <a:ea typeface="Arial"/>
                <a:cs typeface="Arial"/>
              </a:rPr>
              <a:t>Часть 3. Нанесение меток на карту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1493279332" name="Текст 2"/>
          <p:cNvSpPr>
            <a:spLocks noGrp="1"/>
          </p:cNvSpPr>
          <p:nvPr>
            <p:ph type="body" idx="1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normAutofit fontScale="87500" lnSpcReduction="11000"/>
          </a:bodyPr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defRPr/>
            </a:pPr>
            <a:r>
              <a:rPr lang="ru-RU" sz="2300" b="1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5. Как показать направление движения для всей команды сразу и отдельным игрокам</a:t>
            </a:r>
            <a:endParaRPr sz="2600" dirty="0">
              <a:solidFill>
                <a:schemeClr val="bg1"/>
              </a:solidFill>
            </a:endParaRPr>
          </a:p>
        </p:txBody>
      </p:sp>
      <p:sp>
        <p:nvSpPr>
          <p:cNvPr id="1149617445" name="Объект 3"/>
          <p:cNvSpPr>
            <a:spLocks noGrp="1"/>
          </p:cNvSpPr>
          <p:nvPr>
            <p:ph sz="half" idx="2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normAutofit fontScale="95000" lnSpcReduction="1000"/>
          </a:bodyPr>
          <a:lstStyle/>
          <a:p>
            <a:pPr marL="0" marR="0" indent="0">
              <a:buFont typeface="Arial"/>
              <a:buNone/>
              <a:defRPr/>
            </a:pPr>
            <a:r>
              <a:rPr lang="ru-RU" sz="1100" b="0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Если нужно быстро задать вектор атаки, маневра или отхода</a:t>
            </a:r>
            <a:r>
              <a:rPr lang="en-US" sz="1100" b="0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,</a:t>
            </a:r>
            <a:r>
              <a:rPr lang="ru-RU" sz="1100" b="0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 используем инструмент </a:t>
            </a:r>
            <a:r>
              <a:rPr lang="en-US" sz="1100" b="0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Range Tool</a:t>
            </a:r>
            <a:r>
              <a:rPr lang="ru-RU" sz="1100" b="0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:</a:t>
            </a:r>
            <a:endParaRPr sz="1100" b="0" i="0" u="none" strike="noStrike" cap="none" spc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  <a:p>
            <a:pPr marR="0">
              <a:buFontTx/>
              <a:buChar char="-"/>
              <a:defRPr/>
            </a:pPr>
            <a:r>
              <a:rPr lang="ru-RU" sz="1100" b="0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Открываем главное меню (кнопка ☰ </a:t>
            </a:r>
            <a:r>
              <a:rPr lang="en-US" sz="1100" b="0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)</a:t>
            </a:r>
          </a:p>
          <a:p>
            <a:pPr marR="0">
              <a:buFontTx/>
              <a:buChar char="-"/>
              <a:defRPr/>
            </a:pPr>
            <a:r>
              <a:rPr lang="ru-RU" sz="1100" b="0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Выбираем инструмент </a:t>
            </a:r>
            <a:r>
              <a:rPr lang="en-US" sz="1100" b="0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Range Tool.</a:t>
            </a:r>
          </a:p>
          <a:p>
            <a:pPr marR="0">
              <a:buFontTx/>
              <a:buChar char="-"/>
              <a:defRPr/>
            </a:pPr>
            <a:r>
              <a:rPr lang="ru-RU" sz="1100" b="0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В правом меню выбираем </a:t>
            </a:r>
            <a:r>
              <a:rPr lang="en-US" sz="1100" b="0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R&amp;B line       </a:t>
            </a:r>
            <a:r>
              <a:rPr lang="ru-RU" sz="1100" b="0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или </a:t>
            </a:r>
            <a:r>
              <a:rPr lang="en-US" sz="1100" b="0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Dynamic R&amp;B line                    </a:t>
            </a:r>
          </a:p>
          <a:p>
            <a:pPr marR="0">
              <a:buFontTx/>
              <a:buChar char="-"/>
              <a:defRPr/>
            </a:pPr>
            <a:r>
              <a:rPr lang="ru-RU" sz="1100" b="0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Выбираем начало и конец точки.</a:t>
            </a:r>
          </a:p>
          <a:p>
            <a:pPr marR="0">
              <a:buFontTx/>
              <a:buChar char="-"/>
              <a:defRPr/>
            </a:pPr>
            <a:r>
              <a:rPr lang="ru-RU" sz="110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Выбираем созданную линию</a:t>
            </a:r>
            <a:r>
              <a:rPr lang="en-US" sz="110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,</a:t>
            </a:r>
            <a:r>
              <a:rPr lang="ru-RU" sz="110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 жмем кнопку            </a:t>
            </a:r>
            <a:r>
              <a:rPr lang="en-US" sz="110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,</a:t>
            </a:r>
            <a:r>
              <a:rPr lang="ru-RU" sz="110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 в параметрах задаем цвет и вид линии</a:t>
            </a:r>
            <a:r>
              <a:rPr lang="en-US" sz="110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,</a:t>
            </a:r>
            <a:r>
              <a:rPr lang="ru-RU" sz="110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 правим название и жмем кнопку           .</a:t>
            </a:r>
          </a:p>
          <a:p>
            <a:pPr marR="0">
              <a:buFontTx/>
              <a:buChar char="-"/>
              <a:defRPr/>
            </a:pPr>
            <a:r>
              <a:rPr lang="ru-RU" sz="1100" b="0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Как и с простыми метками</a:t>
            </a:r>
            <a:r>
              <a:rPr lang="en-US" sz="1100" b="0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,</a:t>
            </a:r>
            <a:r>
              <a:rPr lang="ru-RU" sz="1100" b="0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 либо жмем                                (со всеми) или выбираем отдельных игроков и жмем кнопку                  .</a:t>
            </a:r>
          </a:p>
          <a:p>
            <a:pPr marR="0">
              <a:buFontTx/>
              <a:buChar char="-"/>
              <a:defRPr/>
            </a:pPr>
            <a:endParaRPr lang="en-US" sz="1100" b="0" i="0" u="none" strike="noStrike" cap="none" spc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  <a:p>
            <a:pPr marR="0">
              <a:buFontTx/>
              <a:buChar char="-"/>
              <a:defRPr/>
            </a:pPr>
            <a:endParaRPr lang="ru-RU" sz="1100" b="0" i="0" u="none" strike="noStrike" cap="none" spc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  <a:p>
            <a:pPr marL="0" marR="0" indent="0">
              <a:buFont typeface="Arial"/>
              <a:buNone/>
              <a:defRPr/>
            </a:pPr>
            <a:endParaRPr lang="ru-RU" sz="1100" b="0" i="0" u="none" strike="noStrike" cap="none" spc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632AA7F3-41CE-9F5F-8292-19B54E98B7E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690688"/>
            <a:ext cx="2945695" cy="1325563"/>
          </a:xfrm>
          <a:prstGeom prst="rect">
            <a:avLst/>
          </a:prstGeom>
          <a:ln>
            <a:solidFill>
              <a:srgbClr val="C00000"/>
            </a:solidFill>
          </a:ln>
        </p:spPr>
      </p:pic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A50D600E-328A-F20F-2172-E883245B89AE}"/>
              </a:ext>
            </a:extLst>
          </p:cNvPr>
          <p:cNvSpPr/>
          <p:nvPr/>
        </p:nvSpPr>
        <p:spPr bwMode="auto">
          <a:xfrm>
            <a:off x="8737212" y="1812131"/>
            <a:ext cx="175807" cy="185552"/>
          </a:xfrm>
          <a:prstGeom prst="round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n>
                <a:solidFill>
                  <a:schemeClr val="accent2">
                    <a:lumMod val="75000"/>
                  </a:schemeClr>
                </a:solidFill>
              </a:ln>
            </a:endParaRPr>
          </a:p>
        </p:txBody>
      </p:sp>
      <p:sp>
        <p:nvSpPr>
          <p:cNvPr id="5" name="Прямоугольник: скругленные углы 4">
            <a:extLst>
              <a:ext uri="{FF2B5EF4-FFF2-40B4-BE49-F238E27FC236}">
                <a16:creationId xmlns:a16="http://schemas.microsoft.com/office/drawing/2014/main" id="{4BC5EF5B-ADC4-AB1D-2A6C-EFF94D37B04E}"/>
              </a:ext>
            </a:extLst>
          </p:cNvPr>
          <p:cNvSpPr/>
          <p:nvPr/>
        </p:nvSpPr>
        <p:spPr bwMode="auto">
          <a:xfrm>
            <a:off x="8003787" y="2464593"/>
            <a:ext cx="909232" cy="185552"/>
          </a:xfrm>
          <a:prstGeom prst="round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n>
                <a:solidFill>
                  <a:schemeClr val="accent2">
                    <a:lumMod val="75000"/>
                  </a:schemeClr>
                </a:solidFill>
              </a:ln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1070F257-65C8-B479-7961-97A628F0FF3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1695" y="1681163"/>
            <a:ext cx="2966862" cy="1335088"/>
          </a:xfrm>
          <a:prstGeom prst="rect">
            <a:avLst/>
          </a:prstGeom>
          <a:ln>
            <a:solidFill>
              <a:srgbClr val="C00000"/>
            </a:solidFill>
          </a:ln>
        </p:spPr>
      </p:pic>
      <p:sp>
        <p:nvSpPr>
          <p:cNvPr id="8" name="Прямоугольник: скругленные углы 7">
            <a:extLst>
              <a:ext uri="{FF2B5EF4-FFF2-40B4-BE49-F238E27FC236}">
                <a16:creationId xmlns:a16="http://schemas.microsoft.com/office/drawing/2014/main" id="{0AEF4654-D138-0FA0-FF05-BD795AA35E9D}"/>
              </a:ext>
            </a:extLst>
          </p:cNvPr>
          <p:cNvSpPr/>
          <p:nvPr/>
        </p:nvSpPr>
        <p:spPr bwMode="auto">
          <a:xfrm>
            <a:off x="11282768" y="1984864"/>
            <a:ext cx="271463" cy="120161"/>
          </a:xfrm>
          <a:prstGeom prst="round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n>
                <a:solidFill>
                  <a:schemeClr val="accent2">
                    <a:lumMod val="75000"/>
                  </a:schemeClr>
                </a:solidFill>
              </a:ln>
            </a:endParaRP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12579AF6-6968-3B3F-11DA-A0D23AD8B4FA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0071" t="23305" r="15434" b="68490"/>
          <a:stretch/>
        </p:blipFill>
        <p:spPr bwMode="auto">
          <a:xfrm>
            <a:off x="3251200" y="3429000"/>
            <a:ext cx="228600" cy="187779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E52E1D00-FAC6-251D-8895-C847EB03E234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325" t="23305" r="19804" b="68490"/>
          <a:stretch/>
        </p:blipFill>
        <p:spPr bwMode="auto">
          <a:xfrm>
            <a:off x="4805010" y="3429000"/>
            <a:ext cx="196850" cy="187779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4734F8A0-4773-B584-2DC5-D6F43E214EAF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3025776"/>
            <a:ext cx="2945695" cy="1325563"/>
          </a:xfrm>
          <a:prstGeom prst="rect">
            <a:avLst/>
          </a:prstGeom>
          <a:ln>
            <a:solidFill>
              <a:srgbClr val="C00000"/>
            </a:solidFill>
          </a:ln>
        </p:spPr>
      </p:pic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F9E98E66-CBE5-DF1F-7D9C-74BC6556D183}"/>
              </a:ext>
            </a:extLst>
          </p:cNvPr>
          <p:cNvSpPr/>
          <p:nvPr/>
        </p:nvSpPr>
        <p:spPr bwMode="auto">
          <a:xfrm>
            <a:off x="7029062" y="3645693"/>
            <a:ext cx="143263" cy="157957"/>
          </a:xfrm>
          <a:prstGeom prst="round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n>
                <a:solidFill>
                  <a:schemeClr val="accent2">
                    <a:lumMod val="75000"/>
                  </a:schemeClr>
                </a:solidFill>
              </a:ln>
            </a:endParaRPr>
          </a:p>
        </p:txBody>
      </p:sp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327071A2-B461-6004-CCEF-B32994E3D275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52278" y="3025775"/>
            <a:ext cx="2945695" cy="1325563"/>
          </a:xfrm>
          <a:prstGeom prst="rect">
            <a:avLst/>
          </a:prstGeom>
          <a:ln>
            <a:solidFill>
              <a:srgbClr val="C00000"/>
            </a:solidFill>
          </a:ln>
        </p:spPr>
      </p:pic>
      <p:sp>
        <p:nvSpPr>
          <p:cNvPr id="17" name="Прямоугольник: скругленные углы 16">
            <a:extLst>
              <a:ext uri="{FF2B5EF4-FFF2-40B4-BE49-F238E27FC236}">
                <a16:creationId xmlns:a16="http://schemas.microsoft.com/office/drawing/2014/main" id="{B82451D8-2BD5-9E44-6243-255D91FB173E}"/>
              </a:ext>
            </a:extLst>
          </p:cNvPr>
          <p:cNvSpPr/>
          <p:nvPr/>
        </p:nvSpPr>
        <p:spPr bwMode="auto">
          <a:xfrm rot="19677619">
            <a:off x="9971626" y="3493385"/>
            <a:ext cx="615447" cy="200081"/>
          </a:xfrm>
          <a:prstGeom prst="roundRect">
            <a:avLst>
              <a:gd name="adj" fmla="val 11601"/>
            </a:avLst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n>
                <a:solidFill>
                  <a:schemeClr val="accent2">
                    <a:lumMod val="75000"/>
                  </a:schemeClr>
                </a:solidFill>
              </a:ln>
            </a:endParaRPr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E5168CDB-6709-A8EC-3D99-096BC25F0E4E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1" y="4360863"/>
            <a:ext cx="2966862" cy="1335088"/>
          </a:xfrm>
          <a:prstGeom prst="rect">
            <a:avLst/>
          </a:prstGeom>
          <a:ln>
            <a:solidFill>
              <a:srgbClr val="C00000"/>
            </a:solidFill>
          </a:ln>
        </p:spPr>
      </p:pic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30FCBD3D-B7D1-FA54-4172-E07812EB6E6C}"/>
              </a:ext>
            </a:extLst>
          </p:cNvPr>
          <p:cNvSpPr/>
          <p:nvPr/>
        </p:nvSpPr>
        <p:spPr bwMode="auto">
          <a:xfrm>
            <a:off x="7643424" y="5260180"/>
            <a:ext cx="143263" cy="157957"/>
          </a:xfrm>
          <a:prstGeom prst="round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n>
                <a:solidFill>
                  <a:schemeClr val="accent2">
                    <a:lumMod val="75000"/>
                  </a:schemeClr>
                </a:solidFill>
              </a:ln>
            </a:endParaRPr>
          </a:p>
        </p:txBody>
      </p:sp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19D8E1B6-7B9B-AF41-087B-5E80A83AE1FF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127" t="68538" r="61217" b="21115"/>
          <a:stretch/>
        </p:blipFill>
        <p:spPr bwMode="auto">
          <a:xfrm>
            <a:off x="3815557" y="3926408"/>
            <a:ext cx="199232" cy="199232"/>
          </a:xfrm>
          <a:prstGeom prst="rect">
            <a:avLst/>
          </a:prstGeom>
          <a:ln>
            <a:noFill/>
          </a:ln>
        </p:spPr>
      </p:pic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4BCD4F6D-F9DC-62B1-9AE0-01500AB5BD04}"/>
              </a:ext>
            </a:extLst>
          </p:cNvPr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62863" y="4365625"/>
            <a:ext cx="2945696" cy="1325563"/>
          </a:xfrm>
          <a:prstGeom prst="rect">
            <a:avLst/>
          </a:prstGeom>
          <a:ln>
            <a:solidFill>
              <a:srgbClr val="C00000"/>
            </a:solidFill>
          </a:ln>
        </p:spPr>
      </p:pic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57966A92-958C-EE79-D2B7-0B03A0F118B2}"/>
              </a:ext>
            </a:extLst>
          </p:cNvPr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2550" t="90101" r="13171" b="951"/>
          <a:stretch/>
        </p:blipFill>
        <p:spPr bwMode="auto">
          <a:xfrm>
            <a:off x="3788173" y="4125640"/>
            <a:ext cx="253999" cy="239058"/>
          </a:xfrm>
          <a:prstGeom prst="rect">
            <a:avLst/>
          </a:prstGeom>
          <a:ln>
            <a:noFill/>
          </a:ln>
        </p:spPr>
      </p:pic>
      <p:pic>
        <p:nvPicPr>
          <p:cNvPr id="25" name="Рисунок 24">
            <a:extLst>
              <a:ext uri="{FF2B5EF4-FFF2-40B4-BE49-F238E27FC236}">
                <a16:creationId xmlns:a16="http://schemas.microsoft.com/office/drawing/2014/main" id="{76FA2DDF-7A28-360E-7CB2-3C53CA27EC89}"/>
              </a:ext>
            </a:extLst>
          </p:cNvPr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7442" t="93214" r="5237" b="744"/>
          <a:stretch/>
        </p:blipFill>
        <p:spPr bwMode="auto">
          <a:xfrm>
            <a:off x="3517504" y="4368119"/>
            <a:ext cx="994569" cy="156124"/>
          </a:xfrm>
          <a:prstGeom prst="rect">
            <a:avLst/>
          </a:prstGeom>
        </p:spPr>
      </p:pic>
      <p:pic>
        <p:nvPicPr>
          <p:cNvPr id="26" name="Объект 4">
            <a:extLst>
              <a:ext uri="{FF2B5EF4-FFF2-40B4-BE49-F238E27FC236}">
                <a16:creationId xmlns:a16="http://schemas.microsoft.com/office/drawing/2014/main" id="{5CEE89B5-A336-8C0A-5F38-0ED2FF01F37E}"/>
              </a:ext>
            </a:extLst>
          </p:cNvPr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093" t="93030" r="23103" b="267"/>
          <a:stretch/>
        </p:blipFill>
        <p:spPr bwMode="auto">
          <a:xfrm>
            <a:off x="3843864" y="4524243"/>
            <a:ext cx="921470" cy="15612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:w="http://schemas.openxmlformats.org/wordprocessingml/2006/main" xmlns:m="http://schemas.openxmlformats.org/officeDocument/2006/math" xmlns=""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4954969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 sz="4400" b="0" i="0" u="none" strike="noStrike" cap="none" spc="0">
                <a:solidFill>
                  <a:schemeClr val="bg1"/>
                </a:solidFill>
                <a:latin typeface="Arial"/>
                <a:ea typeface="Arial"/>
                <a:cs typeface="Arial"/>
              </a:rPr>
              <a:t>Часть 3. Нанесение меток на карту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1096284946" name="Текст 2"/>
          <p:cNvSpPr>
            <a:spLocks noGrp="1"/>
          </p:cNvSpPr>
          <p:nvPr>
            <p:ph type="body" idx="1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normAutofit fontScale="92500" lnSpcReduction="10000"/>
          </a:bodyPr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defRPr/>
            </a:pPr>
            <a:r>
              <a:rPr lang="ru-RU" sz="210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6</a:t>
            </a:r>
            <a:r>
              <a:rPr lang="ru-RU" sz="2100" b="1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. Сложный маркерный маршрут для всей команды сразу или отдельным игрокам</a:t>
            </a:r>
            <a:endParaRPr sz="2600" dirty="0">
              <a:solidFill>
                <a:schemeClr val="bg1"/>
              </a:solidFill>
            </a:endParaRPr>
          </a:p>
        </p:txBody>
      </p:sp>
      <p:sp>
        <p:nvSpPr>
          <p:cNvPr id="1978876214" name="Объект 3"/>
          <p:cNvSpPr>
            <a:spLocks noGrp="1"/>
          </p:cNvSpPr>
          <p:nvPr>
            <p:ph sz="half" idx="2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normAutofit fontScale="57500" lnSpcReduction="20000"/>
          </a:bodyPr>
          <a:lstStyle/>
          <a:p>
            <a:pPr marL="0" indent="0">
              <a:buNone/>
              <a:defRPr/>
            </a:pPr>
            <a:r>
              <a:rPr lang="ru-RU" sz="2800" b="0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Если необходимо показать извилистый</a:t>
            </a:r>
            <a:r>
              <a:rPr lang="en-US" sz="2800" b="0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,</a:t>
            </a:r>
            <a:r>
              <a:rPr lang="ru-RU" sz="2800" b="0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 скрытный маршрут в обход построек</a:t>
            </a:r>
            <a:r>
              <a:rPr lang="en-US" sz="2800" b="0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,</a:t>
            </a:r>
            <a:r>
              <a:rPr lang="ru-RU" sz="2800" b="0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 необходимо</a:t>
            </a:r>
            <a:r>
              <a:rPr lang="en-US" sz="2800" b="0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:</a:t>
            </a:r>
          </a:p>
          <a:p>
            <a:pPr>
              <a:defRPr/>
            </a:pPr>
            <a:r>
              <a:rPr lang="ru-RU" dirty="0">
                <a:solidFill>
                  <a:schemeClr val="bg1"/>
                </a:solidFill>
              </a:rPr>
              <a:t>Открываем главное меню (кнопка ☰ ).</a:t>
            </a:r>
          </a:p>
          <a:p>
            <a:pPr>
              <a:defRPr/>
            </a:pPr>
            <a:r>
              <a:rPr lang="ru-RU" dirty="0">
                <a:solidFill>
                  <a:schemeClr val="bg1"/>
                </a:solidFill>
              </a:rPr>
              <a:t>Выбрать инструмент </a:t>
            </a:r>
            <a:r>
              <a:rPr lang="en-US" dirty="0">
                <a:solidFill>
                  <a:schemeClr val="bg1"/>
                </a:solidFill>
              </a:rPr>
              <a:t>Routes</a:t>
            </a:r>
          </a:p>
          <a:p>
            <a:pPr>
              <a:defRPr/>
            </a:pPr>
            <a:r>
              <a:rPr lang="ru-RU" dirty="0">
                <a:solidFill>
                  <a:schemeClr val="bg1"/>
                </a:solidFill>
              </a:rPr>
              <a:t>Нажать кнопку </a:t>
            </a:r>
          </a:p>
          <a:p>
            <a:pPr>
              <a:defRPr/>
            </a:pPr>
            <a:r>
              <a:rPr lang="ru-RU" dirty="0">
                <a:solidFill>
                  <a:schemeClr val="bg1"/>
                </a:solidFill>
              </a:rPr>
              <a:t>Выбрать тип маршрута (</a:t>
            </a:r>
            <a:r>
              <a:rPr lang="en-US" dirty="0">
                <a:solidFill>
                  <a:schemeClr val="bg1"/>
                </a:solidFill>
              </a:rPr>
              <a:t>walking) </a:t>
            </a:r>
            <a:r>
              <a:rPr lang="ru-RU" dirty="0">
                <a:solidFill>
                  <a:schemeClr val="bg1"/>
                </a:solidFill>
              </a:rPr>
              <a:t>и нажать кнопку </a:t>
            </a:r>
            <a:r>
              <a:rPr lang="en-US" dirty="0">
                <a:solidFill>
                  <a:schemeClr val="bg1"/>
                </a:solidFill>
              </a:rPr>
              <a:t>Manual Entry.</a:t>
            </a:r>
          </a:p>
          <a:p>
            <a:pPr>
              <a:defRPr/>
            </a:pPr>
            <a:r>
              <a:rPr lang="ru-RU" dirty="0">
                <a:solidFill>
                  <a:schemeClr val="bg1"/>
                </a:solidFill>
              </a:rPr>
              <a:t>Далее рисуем маршрут путем добавления точек поворота или при помощи инструмента </a:t>
            </a:r>
            <a:r>
              <a:rPr lang="en-US" dirty="0">
                <a:solidFill>
                  <a:schemeClr val="bg1"/>
                </a:solidFill>
              </a:rPr>
              <a:t>Draw </a:t>
            </a:r>
            <a:r>
              <a:rPr lang="ru-RU" dirty="0">
                <a:solidFill>
                  <a:schemeClr val="bg1"/>
                </a:solidFill>
              </a:rPr>
              <a:t>ведем пальцем по маршруту.</a:t>
            </a:r>
          </a:p>
          <a:p>
            <a:pPr>
              <a:defRPr/>
            </a:pPr>
            <a:r>
              <a:rPr lang="ru-RU" dirty="0">
                <a:solidFill>
                  <a:schemeClr val="bg1"/>
                </a:solidFill>
              </a:rPr>
              <a:t>После жмем </a:t>
            </a:r>
            <a:r>
              <a:rPr lang="en-US" dirty="0">
                <a:solidFill>
                  <a:schemeClr val="bg1"/>
                </a:solidFill>
              </a:rPr>
              <a:t>END.</a:t>
            </a:r>
          </a:p>
          <a:p>
            <a:pPr marL="0" indent="0">
              <a:buNone/>
              <a:defRPr/>
            </a:pPr>
            <a:r>
              <a:rPr lang="ru-RU" dirty="0">
                <a:solidFill>
                  <a:schemeClr val="bg1"/>
                </a:solidFill>
              </a:rPr>
              <a:t>Способ отправки маршрута ничем не отличается от способа отправки маркеров и направлений (</a:t>
            </a:r>
            <a:r>
              <a:rPr lang="en-US" dirty="0">
                <a:solidFill>
                  <a:schemeClr val="bg1"/>
                </a:solidFill>
              </a:rPr>
              <a:t>SEND)</a:t>
            </a:r>
          </a:p>
          <a:p>
            <a:pPr marL="0" indent="0">
              <a:buNone/>
              <a:defRPr/>
            </a:pPr>
            <a:endParaRPr lang="ru-RU" dirty="0">
              <a:solidFill>
                <a:schemeClr val="bg1"/>
              </a:solidFill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F6FD59B6-0FDF-8BF9-E6F8-B5352808F84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94428" y="1690688"/>
            <a:ext cx="2945696" cy="1325563"/>
          </a:xfrm>
          <a:prstGeom prst="rect">
            <a:avLst/>
          </a:prstGeom>
          <a:ln>
            <a:solidFill>
              <a:srgbClr val="C00000"/>
            </a:solidFill>
          </a:ln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C5F13680-0ABA-6469-1575-00901EBB323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209" t="58743" r="29940" b="28323"/>
          <a:stretch/>
        </p:blipFill>
        <p:spPr bwMode="auto">
          <a:xfrm>
            <a:off x="3930650" y="3219450"/>
            <a:ext cx="273050" cy="327660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8749BB8C-A5A8-EAF5-A3CE-701E3C9BA920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40124" y="1690688"/>
            <a:ext cx="2945696" cy="1325563"/>
          </a:xfrm>
          <a:prstGeom prst="rect">
            <a:avLst/>
          </a:prstGeom>
          <a:ln>
            <a:solidFill>
              <a:srgbClr val="C00000"/>
            </a:solidFill>
          </a:ln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61A79687-96C5-5552-64B4-44BE6BA2320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229" t="22222" r="23417" b="70370"/>
          <a:stretch/>
        </p:blipFill>
        <p:spPr>
          <a:xfrm>
            <a:off x="2578100" y="3547110"/>
            <a:ext cx="275673" cy="274003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28D5227D-0EE5-B7A8-9A04-9442851FC81F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94427" y="3016251"/>
            <a:ext cx="2945696" cy="1325563"/>
          </a:xfrm>
          <a:prstGeom prst="rect">
            <a:avLst/>
          </a:prstGeom>
          <a:ln>
            <a:solidFill>
              <a:srgbClr val="C00000"/>
            </a:solidFill>
          </a:ln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59C1BEB3-4187-D608-FD59-82D06175BD43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40124" y="3016252"/>
            <a:ext cx="2945696" cy="1325564"/>
          </a:xfrm>
          <a:prstGeom prst="rect">
            <a:avLst/>
          </a:prstGeom>
          <a:ln>
            <a:solidFill>
              <a:srgbClr val="C00000"/>
            </a:solidFill>
          </a:ln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D3696423-CE8A-894E-0F9B-96402E36A7BA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94428" y="4341814"/>
            <a:ext cx="2945696" cy="1325563"/>
          </a:xfrm>
          <a:prstGeom prst="rect">
            <a:avLst/>
          </a:prstGeom>
          <a:ln>
            <a:solidFill>
              <a:srgbClr val="C00000"/>
            </a:solidFill>
          </a:ln>
        </p:spPr>
      </p:pic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E9FAD1F8-07D3-55A2-5F63-4F2866CF5C4F}"/>
              </a:ext>
            </a:extLst>
          </p:cNvPr>
          <p:cNvSpPr/>
          <p:nvPr/>
        </p:nvSpPr>
        <p:spPr bwMode="auto">
          <a:xfrm>
            <a:off x="8103800" y="2464593"/>
            <a:ext cx="909232" cy="185552"/>
          </a:xfrm>
          <a:prstGeom prst="round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n>
                <a:solidFill>
                  <a:schemeClr val="accent2">
                    <a:lumMod val="75000"/>
                  </a:schemeClr>
                </a:solidFill>
              </a:ln>
            </a:endParaRPr>
          </a:p>
        </p:txBody>
      </p:sp>
      <p:sp>
        <p:nvSpPr>
          <p:cNvPr id="16" name="Прямоугольник: скругленные углы 15">
            <a:extLst>
              <a:ext uri="{FF2B5EF4-FFF2-40B4-BE49-F238E27FC236}">
                <a16:creationId xmlns:a16="http://schemas.microsoft.com/office/drawing/2014/main" id="{BE3D711E-3D0D-3B81-36CF-67F9667E5935}"/>
              </a:ext>
            </a:extLst>
          </p:cNvPr>
          <p:cNvSpPr/>
          <p:nvPr/>
        </p:nvSpPr>
        <p:spPr bwMode="auto">
          <a:xfrm>
            <a:off x="11274321" y="1945970"/>
            <a:ext cx="155781" cy="185552"/>
          </a:xfrm>
          <a:prstGeom prst="round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n>
                <a:solidFill>
                  <a:schemeClr val="accent2">
                    <a:lumMod val="75000"/>
                  </a:schemeClr>
                </a:solidFill>
              </a:ln>
            </a:endParaRPr>
          </a:p>
        </p:txBody>
      </p:sp>
      <p:sp>
        <p:nvSpPr>
          <p:cNvPr id="17" name="Прямоугольник: скругленные углы 16">
            <a:extLst>
              <a:ext uri="{FF2B5EF4-FFF2-40B4-BE49-F238E27FC236}">
                <a16:creationId xmlns:a16="http://schemas.microsoft.com/office/drawing/2014/main" id="{70ED29BC-02F6-2F28-8D67-BE297BAE1F94}"/>
              </a:ext>
            </a:extLst>
          </p:cNvPr>
          <p:cNvSpPr/>
          <p:nvPr/>
        </p:nvSpPr>
        <p:spPr bwMode="auto">
          <a:xfrm>
            <a:off x="6826655" y="3635561"/>
            <a:ext cx="1674408" cy="185552"/>
          </a:xfrm>
          <a:prstGeom prst="round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n>
                <a:solidFill>
                  <a:schemeClr val="accent2">
                    <a:lumMod val="75000"/>
                  </a:schemeClr>
                </a:solidFill>
              </a:ln>
            </a:endParaRPr>
          </a:p>
        </p:txBody>
      </p:sp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04EA701D-E712-F696-1E5A-B0D50A706358}"/>
              </a:ext>
            </a:extLst>
          </p:cNvPr>
          <p:cNvSpPr/>
          <p:nvPr/>
        </p:nvSpPr>
        <p:spPr bwMode="auto">
          <a:xfrm>
            <a:off x="6826654" y="3860005"/>
            <a:ext cx="760009" cy="185552"/>
          </a:xfrm>
          <a:prstGeom prst="round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n>
                <a:solidFill>
                  <a:schemeClr val="accent2">
                    <a:lumMod val="75000"/>
                  </a:schemeClr>
                </a:solidFill>
              </a:ln>
            </a:endParaRPr>
          </a:p>
        </p:txBody>
      </p:sp>
      <p:sp>
        <p:nvSpPr>
          <p:cNvPr id="19" name="Прямоугольник: скругленные углы 18">
            <a:extLst>
              <a:ext uri="{FF2B5EF4-FFF2-40B4-BE49-F238E27FC236}">
                <a16:creationId xmlns:a16="http://schemas.microsoft.com/office/drawing/2014/main" id="{844F75B3-9BF8-34C6-80E8-B29B5FB1C18B}"/>
              </a:ext>
            </a:extLst>
          </p:cNvPr>
          <p:cNvSpPr/>
          <p:nvPr/>
        </p:nvSpPr>
        <p:spPr bwMode="auto">
          <a:xfrm>
            <a:off x="10004830" y="3821113"/>
            <a:ext cx="177396" cy="185552"/>
          </a:xfrm>
          <a:prstGeom prst="round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n>
                <a:solidFill>
                  <a:schemeClr val="accent2">
                    <a:lumMod val="75000"/>
                  </a:schemeClr>
                </a:solidFill>
              </a:ln>
            </a:endParaRPr>
          </a:p>
        </p:txBody>
      </p:sp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0EF1AAEC-D882-751B-78D5-93F58CF684CD}"/>
              </a:ext>
            </a:extLst>
          </p:cNvPr>
          <p:cNvSpPr/>
          <p:nvPr/>
        </p:nvSpPr>
        <p:spPr bwMode="auto">
          <a:xfrm>
            <a:off x="10271530" y="3542785"/>
            <a:ext cx="177396" cy="185552"/>
          </a:xfrm>
          <a:prstGeom prst="round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n>
                <a:solidFill>
                  <a:schemeClr val="accent2">
                    <a:lumMod val="75000"/>
                  </a:schemeClr>
                </a:solidFill>
              </a:ln>
            </a:endParaRPr>
          </a:p>
        </p:txBody>
      </p:sp>
      <p:sp>
        <p:nvSpPr>
          <p:cNvPr id="21" name="Прямоугольник: скругленные углы 20">
            <a:extLst>
              <a:ext uri="{FF2B5EF4-FFF2-40B4-BE49-F238E27FC236}">
                <a16:creationId xmlns:a16="http://schemas.microsoft.com/office/drawing/2014/main" id="{FEE11B53-236A-7C03-21C4-C51A1BC7A1C7}"/>
              </a:ext>
            </a:extLst>
          </p:cNvPr>
          <p:cNvSpPr/>
          <p:nvPr/>
        </p:nvSpPr>
        <p:spPr bwMode="auto">
          <a:xfrm>
            <a:off x="10554105" y="3464298"/>
            <a:ext cx="177396" cy="185552"/>
          </a:xfrm>
          <a:prstGeom prst="round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n>
                <a:solidFill>
                  <a:schemeClr val="accent2">
                    <a:lumMod val="75000"/>
                  </a:schemeClr>
                </a:solidFill>
              </a:ln>
            </a:endParaRPr>
          </a:p>
        </p:txBody>
      </p:sp>
      <p:sp>
        <p:nvSpPr>
          <p:cNvPr id="22" name="Прямоугольник: скругленные углы 21">
            <a:extLst>
              <a:ext uri="{FF2B5EF4-FFF2-40B4-BE49-F238E27FC236}">
                <a16:creationId xmlns:a16="http://schemas.microsoft.com/office/drawing/2014/main" id="{0B9F90C2-3985-1243-9B9C-BD7A8C3F39D9}"/>
              </a:ext>
            </a:extLst>
          </p:cNvPr>
          <p:cNvSpPr/>
          <p:nvPr/>
        </p:nvSpPr>
        <p:spPr bwMode="auto">
          <a:xfrm>
            <a:off x="10859991" y="3464298"/>
            <a:ext cx="177396" cy="185552"/>
          </a:xfrm>
          <a:prstGeom prst="round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n>
                <a:solidFill>
                  <a:schemeClr val="accent2">
                    <a:lumMod val="75000"/>
                  </a:schemeClr>
                </a:solidFill>
              </a:ln>
            </a:endParaRPr>
          </a:p>
        </p:txBody>
      </p:sp>
      <p:sp>
        <p:nvSpPr>
          <p:cNvPr id="23" name="Прямоугольник: скругленные углы 22">
            <a:extLst>
              <a:ext uri="{FF2B5EF4-FFF2-40B4-BE49-F238E27FC236}">
                <a16:creationId xmlns:a16="http://schemas.microsoft.com/office/drawing/2014/main" id="{A22D26F3-5A5C-0BF1-4F17-E531B2997D74}"/>
              </a:ext>
            </a:extLst>
          </p:cNvPr>
          <p:cNvSpPr/>
          <p:nvPr/>
        </p:nvSpPr>
        <p:spPr bwMode="auto">
          <a:xfrm>
            <a:off x="11384207" y="3289860"/>
            <a:ext cx="576018" cy="185552"/>
          </a:xfrm>
          <a:prstGeom prst="round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n>
                <a:solidFill>
                  <a:schemeClr val="accent2">
                    <a:lumMod val="75000"/>
                  </a:schemeClr>
                </a:solidFill>
              </a:ln>
            </a:endParaRPr>
          </a:p>
        </p:txBody>
      </p:sp>
      <p:sp>
        <p:nvSpPr>
          <p:cNvPr id="24" name="Прямоугольник: скругленные углы 23">
            <a:extLst>
              <a:ext uri="{FF2B5EF4-FFF2-40B4-BE49-F238E27FC236}">
                <a16:creationId xmlns:a16="http://schemas.microsoft.com/office/drawing/2014/main" id="{9B9EC7CB-3A59-1A37-2639-B67E00582D60}"/>
              </a:ext>
            </a:extLst>
          </p:cNvPr>
          <p:cNvSpPr/>
          <p:nvPr/>
        </p:nvSpPr>
        <p:spPr bwMode="auto">
          <a:xfrm>
            <a:off x="8015102" y="4615144"/>
            <a:ext cx="997930" cy="763306"/>
          </a:xfrm>
          <a:prstGeom prst="round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n>
                <a:solidFill>
                  <a:schemeClr val="accent2">
                    <a:lumMod val="75000"/>
                  </a:schemeClr>
                </a:solidFill>
              </a:ln>
            </a:endParaRPr>
          </a:p>
        </p:txBody>
      </p:sp>
      <p:sp>
        <p:nvSpPr>
          <p:cNvPr id="25" name="Прямоугольник: скругленные углы 24">
            <a:extLst>
              <a:ext uri="{FF2B5EF4-FFF2-40B4-BE49-F238E27FC236}">
                <a16:creationId xmlns:a16="http://schemas.microsoft.com/office/drawing/2014/main" id="{BB323690-7978-8735-89A2-C6ADD1503037}"/>
              </a:ext>
            </a:extLst>
          </p:cNvPr>
          <p:cNvSpPr/>
          <p:nvPr/>
        </p:nvSpPr>
        <p:spPr bwMode="auto">
          <a:xfrm>
            <a:off x="8052205" y="5507038"/>
            <a:ext cx="177396" cy="185552"/>
          </a:xfrm>
          <a:prstGeom prst="round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n>
                <a:solidFill>
                  <a:schemeClr val="accent2">
                    <a:lumMod val="75000"/>
                  </a:schemeClr>
                </a:solidFill>
              </a:ln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:w="http://schemas.openxmlformats.org/wordprocessingml/2006/main" xmlns:m="http://schemas.openxmlformats.org/officeDocument/2006/math" xmlns=""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548881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 sz="4400" b="0" i="0" u="none" strike="noStrike" cap="none" spc="0">
                <a:solidFill>
                  <a:schemeClr val="bg1"/>
                </a:solidFill>
                <a:latin typeface="Arial"/>
                <a:ea typeface="Arial"/>
                <a:cs typeface="Arial"/>
              </a:rPr>
              <a:t>Часть 3. Нанесение меток на карту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1555736105" name="Текст 2"/>
          <p:cNvSpPr>
            <a:spLocks noGrp="1"/>
          </p:cNvSpPr>
          <p:nvPr>
            <p:ph type="body" idx="1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normAutofit/>
          </a:bodyPr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defRPr/>
            </a:pPr>
            <a:r>
              <a:rPr lang="ru-RU" sz="2100" b="1" i="0" u="none" strike="noStrike" cap="none" spc="0">
                <a:solidFill>
                  <a:schemeClr val="bg1"/>
                </a:solidFill>
                <a:latin typeface="Arial"/>
                <a:ea typeface="Arial"/>
                <a:cs typeface="Arial"/>
              </a:rPr>
              <a:t>Расчет расстояний и инструмент «Круг угрозы»</a:t>
            </a:r>
            <a:endParaRPr sz="2600">
              <a:solidFill>
                <a:schemeClr val="bg1"/>
              </a:solidFill>
            </a:endParaRPr>
          </a:p>
        </p:txBody>
      </p:sp>
      <p:sp>
        <p:nvSpPr>
          <p:cNvPr id="421166476" name="Объект 3"/>
          <p:cNvSpPr>
            <a:spLocks noGrp="1"/>
          </p:cNvSpPr>
          <p:nvPr>
            <p:ph sz="half" idx="2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normAutofit/>
          </a:bodyPr>
          <a:lstStyle/>
          <a:p>
            <a:pPr marL="0" indent="0">
              <a:buNone/>
              <a:defRPr/>
            </a:pPr>
            <a:r>
              <a:rPr lang="ru-RU" sz="140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Расчет расстояний</a:t>
            </a:r>
          </a:p>
          <a:p>
            <a:pPr>
              <a:defRPr/>
            </a:pPr>
            <a:r>
              <a:rPr lang="ru-RU" sz="1400" b="0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Выбираем себя или иную метку.</a:t>
            </a:r>
          </a:p>
          <a:p>
            <a:pPr>
              <a:defRPr/>
            </a:pPr>
            <a:r>
              <a:rPr lang="ru-RU" sz="1400" b="0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В круговом меню жмем</a:t>
            </a:r>
          </a:p>
          <a:p>
            <a:pPr>
              <a:defRPr/>
            </a:pPr>
            <a:r>
              <a:rPr lang="ru-RU" sz="140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Указываем конечную точку</a:t>
            </a:r>
            <a:endParaRPr lang="ru-RU" sz="1400" b="0" i="0" u="none" strike="noStrike" cap="none" spc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  <a:p>
            <a:pPr marL="0" indent="0">
              <a:buNone/>
              <a:defRPr/>
            </a:pPr>
            <a:r>
              <a:rPr lang="ru-RU" sz="1400" b="0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Круг угрозы</a:t>
            </a:r>
          </a:p>
          <a:p>
            <a:pPr marL="0" indent="0">
              <a:buNone/>
              <a:defRPr/>
            </a:pPr>
            <a:r>
              <a:rPr lang="ru-RU" sz="1400" dirty="0">
                <a:solidFill>
                  <a:schemeClr val="bg1"/>
                </a:solidFill>
                <a:latin typeface="Arial"/>
                <a:cs typeface="Arial"/>
              </a:rPr>
              <a:t>В инструменте «</a:t>
            </a:r>
            <a:r>
              <a:rPr lang="en-US" sz="1400" dirty="0">
                <a:solidFill>
                  <a:schemeClr val="bg1"/>
                </a:solidFill>
                <a:latin typeface="Arial"/>
                <a:cs typeface="Arial"/>
              </a:rPr>
              <a:t>Range Tools</a:t>
            </a:r>
            <a:r>
              <a:rPr lang="ru-RU" sz="1400" dirty="0">
                <a:solidFill>
                  <a:schemeClr val="bg1"/>
                </a:solidFill>
                <a:latin typeface="Arial"/>
                <a:cs typeface="Arial"/>
              </a:rPr>
              <a:t>»</a:t>
            </a:r>
            <a:r>
              <a:rPr lang="en-US" sz="140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lang="ru-RU" sz="1400" dirty="0">
                <a:solidFill>
                  <a:schemeClr val="bg1"/>
                </a:solidFill>
                <a:latin typeface="Arial"/>
                <a:cs typeface="Arial"/>
              </a:rPr>
              <a:t>выбираем </a:t>
            </a:r>
            <a:r>
              <a:rPr lang="en-US" sz="1400" dirty="0">
                <a:solidFill>
                  <a:schemeClr val="bg1"/>
                </a:solidFill>
                <a:latin typeface="Arial"/>
                <a:cs typeface="Arial"/>
              </a:rPr>
              <a:t>R&amp;B Circle        ,</a:t>
            </a:r>
            <a:r>
              <a:rPr lang="ru-RU" sz="1400" dirty="0">
                <a:solidFill>
                  <a:schemeClr val="bg1"/>
                </a:solidFill>
                <a:latin typeface="Arial"/>
                <a:cs typeface="Arial"/>
              </a:rPr>
              <a:t> ставим на карте сначала центр окружности</a:t>
            </a:r>
            <a:r>
              <a:rPr lang="en-US" sz="1400" dirty="0">
                <a:solidFill>
                  <a:schemeClr val="bg1"/>
                </a:solidFill>
                <a:latin typeface="Arial"/>
                <a:cs typeface="Arial"/>
              </a:rPr>
              <a:t>,</a:t>
            </a:r>
            <a:r>
              <a:rPr lang="ru-RU" sz="1400" dirty="0">
                <a:solidFill>
                  <a:schemeClr val="bg1"/>
                </a:solidFill>
                <a:latin typeface="Arial"/>
                <a:cs typeface="Arial"/>
              </a:rPr>
              <a:t> вторым нажатием определяем радиус окружности</a:t>
            </a:r>
          </a:p>
          <a:p>
            <a:pPr marL="0" indent="0">
              <a:buNone/>
              <a:defRPr/>
            </a:pPr>
            <a:r>
              <a:rPr lang="ru-RU" sz="1400" dirty="0">
                <a:solidFill>
                  <a:schemeClr val="bg1"/>
                </a:solidFill>
                <a:latin typeface="Arial"/>
                <a:cs typeface="Arial"/>
              </a:rPr>
              <a:t>При необходимости диаметр можно поправить через </a:t>
            </a:r>
            <a:endParaRPr dirty="0">
              <a:solidFill>
                <a:schemeClr val="bg1"/>
              </a:solidFill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16BFA0F0-6FFD-004E-2586-7A376B3666B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97575" y="1690688"/>
            <a:ext cx="2924529" cy="1316038"/>
          </a:xfrm>
          <a:prstGeom prst="rect">
            <a:avLst/>
          </a:prstGeom>
          <a:ln>
            <a:solidFill>
              <a:srgbClr val="C00000"/>
            </a:solidFill>
          </a:ln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EA3A60BC-B13C-2853-0D87-7B74170312D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22104" y="1690688"/>
            <a:ext cx="2924529" cy="1316038"/>
          </a:xfrm>
          <a:prstGeom prst="rect">
            <a:avLst/>
          </a:prstGeom>
          <a:ln>
            <a:solidFill>
              <a:srgbClr val="C00000"/>
            </a:solidFill>
          </a:ln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7430B6CA-A422-F523-E87F-4577DA56147D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97575" y="3026855"/>
            <a:ext cx="2924529" cy="1316038"/>
          </a:xfrm>
          <a:prstGeom prst="rect">
            <a:avLst/>
          </a:prstGeom>
          <a:ln>
            <a:solidFill>
              <a:srgbClr val="C00000"/>
            </a:solidFill>
          </a:ln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85CE7D59-4F1D-DAB3-B31C-984A8718B80E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22104" y="3006726"/>
            <a:ext cx="2924529" cy="1316038"/>
          </a:xfrm>
          <a:prstGeom prst="rect">
            <a:avLst/>
          </a:prstGeom>
          <a:ln>
            <a:solidFill>
              <a:srgbClr val="C00000"/>
            </a:solidFill>
          </a:ln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73287043-7E82-E7C9-28BE-9234CE9863CB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97575" y="4342893"/>
            <a:ext cx="3036888" cy="1366600"/>
          </a:xfrm>
          <a:prstGeom prst="rect">
            <a:avLst/>
          </a:prstGeom>
          <a:ln>
            <a:solidFill>
              <a:srgbClr val="C00000"/>
            </a:solidFill>
          </a:ln>
        </p:spPr>
      </p:pic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C4E733A1-335F-CB92-E626-7ABC89ADB8AD}"/>
              </a:ext>
            </a:extLst>
          </p:cNvPr>
          <p:cNvSpPr/>
          <p:nvPr/>
        </p:nvSpPr>
        <p:spPr bwMode="auto">
          <a:xfrm>
            <a:off x="7385428" y="2437880"/>
            <a:ext cx="139322" cy="134388"/>
          </a:xfrm>
          <a:prstGeom prst="round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n>
                <a:solidFill>
                  <a:schemeClr val="accent2">
                    <a:lumMod val="75000"/>
                  </a:schemeClr>
                </a:solidFill>
              </a:ln>
            </a:endParaRPr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8E3108B1-DDA6-58FD-153D-E4DB6F10A9F1}"/>
              </a:ext>
            </a:extLst>
          </p:cNvPr>
          <p:cNvSpPr/>
          <p:nvPr/>
        </p:nvSpPr>
        <p:spPr bwMode="auto">
          <a:xfrm>
            <a:off x="7455089" y="2214319"/>
            <a:ext cx="139322" cy="134388"/>
          </a:xfrm>
          <a:prstGeom prst="round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n>
                <a:solidFill>
                  <a:schemeClr val="accent2">
                    <a:lumMod val="75000"/>
                  </a:schemeClr>
                </a:solidFill>
              </a:ln>
            </a:endParaRPr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524D3B85-5B4F-2B18-79D8-4CC626FC4138}"/>
              </a:ext>
            </a:extLst>
          </p:cNvPr>
          <p:cNvSpPr/>
          <p:nvPr/>
        </p:nvSpPr>
        <p:spPr bwMode="auto">
          <a:xfrm>
            <a:off x="11016040" y="2643705"/>
            <a:ext cx="139322" cy="134388"/>
          </a:xfrm>
          <a:prstGeom prst="round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n>
                <a:solidFill>
                  <a:schemeClr val="accent2">
                    <a:lumMod val="75000"/>
                  </a:schemeClr>
                </a:solidFill>
              </a:ln>
            </a:endParaRPr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9A731DEC-C78D-A9EA-8A3B-77794AB3AC09}"/>
              </a:ext>
            </a:extLst>
          </p:cNvPr>
          <p:cNvSpPr/>
          <p:nvPr/>
        </p:nvSpPr>
        <p:spPr bwMode="auto">
          <a:xfrm>
            <a:off x="7912477" y="3795530"/>
            <a:ext cx="580647" cy="134388"/>
          </a:xfrm>
          <a:prstGeom prst="round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n>
                <a:solidFill>
                  <a:schemeClr val="accent2">
                    <a:lumMod val="75000"/>
                  </a:schemeClr>
                </a:solidFill>
              </a:ln>
            </a:endParaRPr>
          </a:p>
        </p:txBody>
      </p:sp>
      <p:sp>
        <p:nvSpPr>
          <p:cNvPr id="16" name="Прямоугольник: скругленные углы 15">
            <a:extLst>
              <a:ext uri="{FF2B5EF4-FFF2-40B4-BE49-F238E27FC236}">
                <a16:creationId xmlns:a16="http://schemas.microsoft.com/office/drawing/2014/main" id="{25732DDE-A909-C0E0-7B10-C043718B4A7B}"/>
              </a:ext>
            </a:extLst>
          </p:cNvPr>
          <p:cNvSpPr/>
          <p:nvPr/>
        </p:nvSpPr>
        <p:spPr bwMode="auto">
          <a:xfrm>
            <a:off x="11016040" y="3294612"/>
            <a:ext cx="139322" cy="134388"/>
          </a:xfrm>
          <a:prstGeom prst="round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n>
                <a:solidFill>
                  <a:schemeClr val="accent2">
                    <a:lumMod val="75000"/>
                  </a:schemeClr>
                </a:solidFill>
              </a:ln>
            </a:endParaRPr>
          </a:p>
        </p:txBody>
      </p:sp>
      <p:sp>
        <p:nvSpPr>
          <p:cNvPr id="17" name="Прямоугольник: скругленные углы 16">
            <a:extLst>
              <a:ext uri="{FF2B5EF4-FFF2-40B4-BE49-F238E27FC236}">
                <a16:creationId xmlns:a16="http://schemas.microsoft.com/office/drawing/2014/main" id="{D6B88BD5-416C-CFB3-B998-491654BB6BB3}"/>
              </a:ext>
            </a:extLst>
          </p:cNvPr>
          <p:cNvSpPr/>
          <p:nvPr/>
        </p:nvSpPr>
        <p:spPr bwMode="auto">
          <a:xfrm>
            <a:off x="9379328" y="3677454"/>
            <a:ext cx="139322" cy="134388"/>
          </a:xfrm>
          <a:prstGeom prst="round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n>
                <a:solidFill>
                  <a:schemeClr val="accent2">
                    <a:lumMod val="75000"/>
                  </a:schemeClr>
                </a:solidFill>
              </a:ln>
            </a:endParaRPr>
          </a:p>
        </p:txBody>
      </p:sp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7D7282B8-DD5D-C17C-4063-2C2B6AAF6F8E}"/>
              </a:ext>
            </a:extLst>
          </p:cNvPr>
          <p:cNvSpPr/>
          <p:nvPr/>
        </p:nvSpPr>
        <p:spPr bwMode="auto">
          <a:xfrm>
            <a:off x="7147302" y="4891805"/>
            <a:ext cx="713997" cy="553320"/>
          </a:xfrm>
          <a:prstGeom prst="round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n>
                <a:solidFill>
                  <a:schemeClr val="accent2">
                    <a:lumMod val="75000"/>
                  </a:schemeClr>
                </a:solidFill>
              </a:ln>
            </a:endParaRPr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6D337D2A-8CD1-E025-2329-CEA37DF86220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 t="40130" r="45564" b="49816"/>
          <a:stretch/>
        </p:blipFill>
        <p:spPr bwMode="auto">
          <a:xfrm>
            <a:off x="3120671" y="3160455"/>
            <a:ext cx="196410" cy="200313"/>
          </a:xfrm>
          <a:prstGeom prst="rect">
            <a:avLst/>
          </a:prstGeom>
        </p:spPr>
      </p:pic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21E38543-21A6-A61B-2FE9-C934D3C014F8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033" t="22424" r="24203" b="68341"/>
          <a:stretch/>
        </p:blipFill>
        <p:spPr bwMode="auto">
          <a:xfrm>
            <a:off x="5246369" y="3998162"/>
            <a:ext cx="293982" cy="324602"/>
          </a:xfrm>
          <a:prstGeom prst="rect">
            <a:avLst/>
          </a:prstGeom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480AE744-14CB-76B2-95D7-5E037E9EB988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127" t="68538" r="61217" b="21115"/>
          <a:stretch/>
        </p:blipFill>
        <p:spPr bwMode="auto">
          <a:xfrm>
            <a:off x="5393360" y="4761970"/>
            <a:ext cx="250825" cy="250825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:w="http://schemas.openxmlformats.org/wordprocessingml/2006/main" xmlns:m="http://schemas.openxmlformats.org/officeDocument/2006/math" xmlns=""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1510929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 sz="4400" b="0" i="0" u="none" strike="noStrike" cap="none" spc="0">
                <a:solidFill>
                  <a:schemeClr val="bg1"/>
                </a:solidFill>
                <a:latin typeface="Arial"/>
                <a:ea typeface="Arial"/>
                <a:cs typeface="Arial"/>
              </a:rPr>
              <a:t>Часть 3. Нанесение меток на карту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1549408429" name="Текст 2"/>
          <p:cNvSpPr>
            <a:spLocks noGrp="1"/>
          </p:cNvSpPr>
          <p:nvPr>
            <p:ph type="body" idx="1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normAutofit/>
          </a:bodyPr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defRPr/>
            </a:pPr>
            <a:r>
              <a:rPr lang="ru-RU" sz="2100" b="1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Создание тактических зон (Инструмент         )</a:t>
            </a:r>
            <a:endParaRPr sz="2600" dirty="0">
              <a:solidFill>
                <a:schemeClr val="bg1"/>
              </a:solidFill>
            </a:endParaRPr>
          </a:p>
        </p:txBody>
      </p:sp>
      <p:sp>
        <p:nvSpPr>
          <p:cNvPr id="338653144" name="Объект 3"/>
          <p:cNvSpPr>
            <a:spLocks noGrp="1"/>
          </p:cNvSpPr>
          <p:nvPr>
            <p:ph sz="half" idx="2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normAutofit/>
          </a:bodyPr>
          <a:lstStyle/>
          <a:p>
            <a:pPr marL="0" indent="0">
              <a:buNone/>
              <a:defRPr/>
            </a:pPr>
            <a:r>
              <a:rPr lang="ru-RU" sz="1800" dirty="0">
                <a:solidFill>
                  <a:schemeClr val="bg1"/>
                </a:solidFill>
                <a:latin typeface="Arial"/>
                <a:cs typeface="Arial"/>
              </a:rPr>
              <a:t>Для создания тактических зон используется инструмент </a:t>
            </a:r>
            <a:r>
              <a:rPr lang="en-US" sz="1800" dirty="0">
                <a:solidFill>
                  <a:schemeClr val="bg1"/>
                </a:solidFill>
                <a:latin typeface="Arial"/>
                <a:cs typeface="Arial"/>
              </a:rPr>
              <a:t>Drawing Tools</a:t>
            </a:r>
          </a:p>
          <a:p>
            <a:pPr>
              <a:defRPr/>
            </a:pPr>
            <a:r>
              <a:rPr lang="ru-RU" sz="1800" dirty="0">
                <a:solidFill>
                  <a:schemeClr val="bg1"/>
                </a:solidFill>
              </a:rPr>
              <a:t>Открываем главное меню (кнопка ☰ ).</a:t>
            </a:r>
          </a:p>
          <a:p>
            <a:pPr>
              <a:defRPr/>
            </a:pPr>
            <a:r>
              <a:rPr lang="ru-RU" sz="1800" dirty="0">
                <a:solidFill>
                  <a:schemeClr val="bg1"/>
                </a:solidFill>
              </a:rPr>
              <a:t>Выбираем инструмент </a:t>
            </a:r>
            <a:r>
              <a:rPr lang="en-US" sz="1800" dirty="0">
                <a:solidFill>
                  <a:schemeClr val="bg1"/>
                </a:solidFill>
                <a:latin typeface="Arial"/>
                <a:cs typeface="Arial"/>
              </a:rPr>
              <a:t>Drawing Tools</a:t>
            </a:r>
            <a:r>
              <a:rPr lang="ru-RU" sz="1800" dirty="0">
                <a:solidFill>
                  <a:schemeClr val="bg1"/>
                </a:solidFill>
                <a:latin typeface="Arial"/>
                <a:cs typeface="Arial"/>
              </a:rPr>
              <a:t>         </a:t>
            </a:r>
            <a:r>
              <a:rPr lang="en-US" sz="1800" dirty="0">
                <a:solidFill>
                  <a:schemeClr val="bg1"/>
                </a:solidFill>
                <a:latin typeface="Arial"/>
                <a:cs typeface="Arial"/>
              </a:rPr>
              <a:t>.</a:t>
            </a:r>
            <a:endParaRPr lang="ru-RU" sz="1800" dirty="0">
              <a:solidFill>
                <a:schemeClr val="bg1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ru-RU" sz="1800" dirty="0">
                <a:solidFill>
                  <a:schemeClr val="bg1"/>
                </a:solidFill>
                <a:latin typeface="Arial"/>
                <a:cs typeface="Arial"/>
              </a:rPr>
              <a:t>Выбираем форму и рисуем зону.</a:t>
            </a:r>
          </a:p>
          <a:p>
            <a:pPr>
              <a:defRPr/>
            </a:pPr>
            <a:r>
              <a:rPr lang="ru-RU" sz="1800" dirty="0">
                <a:solidFill>
                  <a:schemeClr val="bg1"/>
                </a:solidFill>
                <a:latin typeface="Arial"/>
                <a:cs typeface="Arial"/>
              </a:rPr>
              <a:t>В разделе настроек можно выбрать цвет</a:t>
            </a:r>
            <a:r>
              <a:rPr lang="en-US" sz="1800" dirty="0">
                <a:solidFill>
                  <a:schemeClr val="bg1"/>
                </a:solidFill>
                <a:latin typeface="Arial"/>
                <a:cs typeface="Arial"/>
              </a:rPr>
              <a:t>,</a:t>
            </a:r>
            <a:r>
              <a:rPr lang="ru-RU" sz="1800" dirty="0">
                <a:solidFill>
                  <a:schemeClr val="bg1"/>
                </a:solidFill>
                <a:latin typeface="Arial"/>
                <a:cs typeface="Arial"/>
              </a:rPr>
              <a:t> заполнение</a:t>
            </a:r>
            <a:r>
              <a:rPr lang="en-US" sz="1800" dirty="0">
                <a:solidFill>
                  <a:schemeClr val="bg1"/>
                </a:solidFill>
                <a:latin typeface="Arial"/>
                <a:cs typeface="Arial"/>
              </a:rPr>
              <a:t>,</a:t>
            </a:r>
            <a:r>
              <a:rPr lang="ru-RU" sz="1800" dirty="0">
                <a:solidFill>
                  <a:schemeClr val="bg1"/>
                </a:solidFill>
                <a:latin typeface="Arial"/>
                <a:cs typeface="Arial"/>
              </a:rPr>
              <a:t> прозрачность зоны.</a:t>
            </a:r>
            <a:endParaRPr lang="en-US" sz="1800" dirty="0">
              <a:solidFill>
                <a:schemeClr val="bg1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ru-RU" sz="1800" dirty="0">
                <a:solidFill>
                  <a:schemeClr val="bg1"/>
                </a:solidFill>
                <a:latin typeface="Arial"/>
                <a:cs typeface="Arial"/>
              </a:rPr>
              <a:t>Публикация – через кнопку </a:t>
            </a:r>
            <a:r>
              <a:rPr lang="en-US" sz="1800" dirty="0">
                <a:solidFill>
                  <a:schemeClr val="bg1"/>
                </a:solidFill>
                <a:latin typeface="Arial"/>
                <a:cs typeface="Arial"/>
              </a:rPr>
              <a:t>SEND.</a:t>
            </a:r>
            <a:endParaRPr lang="ru-RU" sz="1800" dirty="0">
              <a:solidFill>
                <a:schemeClr val="bg1"/>
              </a:solidFill>
              <a:latin typeface="Arial"/>
              <a:cs typeface="Arial"/>
            </a:endParaRPr>
          </a:p>
          <a:p>
            <a:pPr>
              <a:defRPr/>
            </a:pPr>
            <a:endParaRPr lang="en-US" sz="2800" dirty="0">
              <a:solidFill>
                <a:schemeClr val="bg1"/>
              </a:solidFill>
              <a:latin typeface="Arial"/>
              <a:cs typeface="Arial"/>
            </a:endParaRPr>
          </a:p>
          <a:p>
            <a:pPr marL="0" indent="0">
              <a:buNone/>
              <a:defRPr/>
            </a:pPr>
            <a:endParaRPr lang="ru-RU" dirty="0">
              <a:solidFill>
                <a:schemeClr val="bg1"/>
              </a:solidFill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28AAF33-36F6-EA5B-9FD7-C4B6107E061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94427" y="1600200"/>
            <a:ext cx="2553333" cy="1149000"/>
          </a:xfrm>
          <a:prstGeom prst="rect">
            <a:avLst/>
          </a:prstGeom>
          <a:ln>
            <a:solidFill>
              <a:srgbClr val="C00000"/>
            </a:solidFill>
          </a:ln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94DE09CD-8729-E4F4-F5D9-FE980D56463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188" t="50000" r="29312" b="38750"/>
          <a:stretch/>
        </p:blipFill>
        <p:spPr>
          <a:xfrm>
            <a:off x="2712720" y="2070216"/>
            <a:ext cx="472440" cy="434860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6B205018-1BB3-45DA-D8AF-297A447FF90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188" t="50000" r="29312" b="38750"/>
          <a:stretch/>
        </p:blipFill>
        <p:spPr bwMode="auto">
          <a:xfrm>
            <a:off x="5113020" y="3429000"/>
            <a:ext cx="472440" cy="43486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FC97DB91-FDE5-D611-288C-1DA3E2EEFB01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47761" y="1600200"/>
            <a:ext cx="2553334" cy="1149000"/>
          </a:xfrm>
          <a:prstGeom prst="rect">
            <a:avLst/>
          </a:prstGeom>
          <a:ln>
            <a:solidFill>
              <a:srgbClr val="C00000"/>
            </a:solidFill>
          </a:ln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AE47A16F-F442-9278-6502-8825CDBBDACC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94427" y="2749201"/>
            <a:ext cx="2553333" cy="1149000"/>
          </a:xfrm>
          <a:prstGeom prst="rect">
            <a:avLst/>
          </a:prstGeom>
          <a:ln>
            <a:solidFill>
              <a:srgbClr val="C00000"/>
            </a:solidFill>
          </a:ln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AD79A1F4-98B8-B4B2-5434-D5B6BB160C9F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47760" y="2749200"/>
            <a:ext cx="2553333" cy="1149000"/>
          </a:xfrm>
          <a:prstGeom prst="rect">
            <a:avLst/>
          </a:prstGeom>
          <a:ln>
            <a:solidFill>
              <a:srgbClr val="C00000"/>
            </a:solidFill>
          </a:ln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3AA04D87-25ED-B979-9F90-45DEAC81FA8C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94427" y="3905673"/>
            <a:ext cx="2553333" cy="1149000"/>
          </a:xfrm>
          <a:prstGeom prst="rect">
            <a:avLst/>
          </a:prstGeom>
          <a:ln>
            <a:solidFill>
              <a:srgbClr val="C00000"/>
            </a:solidFill>
          </a:ln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68F509EB-17B4-0A9D-6588-C48C594D3E2F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747760" y="3905673"/>
            <a:ext cx="2553333" cy="1149000"/>
          </a:xfrm>
          <a:prstGeom prst="rect">
            <a:avLst/>
          </a:prstGeom>
          <a:ln>
            <a:solidFill>
              <a:srgbClr val="C00000"/>
            </a:solidFill>
          </a:ln>
        </p:spPr>
      </p:pic>
      <p:sp>
        <p:nvSpPr>
          <p:cNvPr id="16" name="Прямоугольник: скругленные углы 15">
            <a:extLst>
              <a:ext uri="{FF2B5EF4-FFF2-40B4-BE49-F238E27FC236}">
                <a16:creationId xmlns:a16="http://schemas.microsoft.com/office/drawing/2014/main" id="{8954A569-D95D-D3E2-E0E2-19792546099D}"/>
              </a:ext>
            </a:extLst>
          </p:cNvPr>
          <p:cNvSpPr/>
          <p:nvPr/>
        </p:nvSpPr>
        <p:spPr bwMode="auto">
          <a:xfrm>
            <a:off x="7870507" y="2177760"/>
            <a:ext cx="580647" cy="134388"/>
          </a:xfrm>
          <a:prstGeom prst="round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n>
                <a:solidFill>
                  <a:schemeClr val="accent2">
                    <a:lumMod val="75000"/>
                  </a:schemeClr>
                </a:solidFill>
              </a:ln>
            </a:endParaRPr>
          </a:p>
        </p:txBody>
      </p:sp>
      <p:sp>
        <p:nvSpPr>
          <p:cNvPr id="17" name="Прямоугольник: скругленные углы 16">
            <a:extLst>
              <a:ext uri="{FF2B5EF4-FFF2-40B4-BE49-F238E27FC236}">
                <a16:creationId xmlns:a16="http://schemas.microsoft.com/office/drawing/2014/main" id="{9A597A9E-6DD0-02C4-97F7-9589E08E8274}"/>
              </a:ext>
            </a:extLst>
          </p:cNvPr>
          <p:cNvSpPr/>
          <p:nvPr/>
        </p:nvSpPr>
        <p:spPr bwMode="auto">
          <a:xfrm>
            <a:off x="10233402" y="1854215"/>
            <a:ext cx="828298" cy="134388"/>
          </a:xfrm>
          <a:prstGeom prst="round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n>
                <a:solidFill>
                  <a:schemeClr val="accent2">
                    <a:lumMod val="75000"/>
                  </a:schemeClr>
                </a:solidFill>
              </a:ln>
            </a:endParaRPr>
          </a:p>
        </p:txBody>
      </p:sp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2B5DAB5A-A0EE-84E8-FECA-515B633EF4BB}"/>
              </a:ext>
            </a:extLst>
          </p:cNvPr>
          <p:cNvSpPr/>
          <p:nvPr/>
        </p:nvSpPr>
        <p:spPr bwMode="auto">
          <a:xfrm>
            <a:off x="7180769" y="3189312"/>
            <a:ext cx="580647" cy="525438"/>
          </a:xfrm>
          <a:prstGeom prst="round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n>
                <a:solidFill>
                  <a:schemeClr val="accent2">
                    <a:lumMod val="75000"/>
                  </a:schemeClr>
                </a:solidFill>
              </a:ln>
            </a:endParaRPr>
          </a:p>
        </p:txBody>
      </p:sp>
      <p:sp>
        <p:nvSpPr>
          <p:cNvPr id="19" name="Прямоугольник: скругленные углы 18">
            <a:extLst>
              <a:ext uri="{FF2B5EF4-FFF2-40B4-BE49-F238E27FC236}">
                <a16:creationId xmlns:a16="http://schemas.microsoft.com/office/drawing/2014/main" id="{E755C975-05BF-34CE-8325-A3AC04FF564D}"/>
              </a:ext>
            </a:extLst>
          </p:cNvPr>
          <p:cNvSpPr/>
          <p:nvPr/>
        </p:nvSpPr>
        <p:spPr bwMode="auto">
          <a:xfrm>
            <a:off x="10066904" y="3512042"/>
            <a:ext cx="140721" cy="134388"/>
          </a:xfrm>
          <a:prstGeom prst="round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n>
                <a:solidFill>
                  <a:schemeClr val="accent2">
                    <a:lumMod val="75000"/>
                  </a:schemeClr>
                </a:solidFill>
              </a:ln>
            </a:endParaRPr>
          </a:p>
        </p:txBody>
      </p:sp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79970538-409A-7E2C-BFBD-19BA3B96916A}"/>
              </a:ext>
            </a:extLst>
          </p:cNvPr>
          <p:cNvSpPr/>
          <p:nvPr/>
        </p:nvSpPr>
        <p:spPr bwMode="auto">
          <a:xfrm>
            <a:off x="7715627" y="4154745"/>
            <a:ext cx="983873" cy="934779"/>
          </a:xfrm>
          <a:prstGeom prst="round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n>
                <a:solidFill>
                  <a:schemeClr val="accent2">
                    <a:lumMod val="75000"/>
                  </a:schemeClr>
                </a:solidFill>
              </a:ln>
            </a:endParaRPr>
          </a:p>
        </p:txBody>
      </p:sp>
      <p:sp>
        <p:nvSpPr>
          <p:cNvPr id="21" name="Прямоугольник: скругленные углы 20">
            <a:extLst>
              <a:ext uri="{FF2B5EF4-FFF2-40B4-BE49-F238E27FC236}">
                <a16:creationId xmlns:a16="http://schemas.microsoft.com/office/drawing/2014/main" id="{A4A608CC-F80B-DC9D-14D1-5B6299215652}"/>
              </a:ext>
            </a:extLst>
          </p:cNvPr>
          <p:cNvSpPr/>
          <p:nvPr/>
        </p:nvSpPr>
        <p:spPr bwMode="auto">
          <a:xfrm>
            <a:off x="10345161" y="4937527"/>
            <a:ext cx="196852" cy="118805"/>
          </a:xfrm>
          <a:prstGeom prst="round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n>
                <a:solidFill>
                  <a:schemeClr val="accent2">
                    <a:lumMod val="75000"/>
                  </a:schemeClr>
                </a:solidFill>
              </a:ln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:w="http://schemas.openxmlformats.org/wordprocessingml/2006/main" xmlns:m="http://schemas.openxmlformats.org/officeDocument/2006/math" xmlns=""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1756961" name="Заголовок 1"/>
          <p:cNvSpPr>
            <a:spLocks noGrp="1"/>
          </p:cNvSpPr>
          <p:nvPr>
            <p:ph type="title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normAutofit/>
          </a:bodyPr>
          <a:lstStyle/>
          <a:p>
            <a:pPr>
              <a:defRPr/>
            </a:pPr>
            <a:r>
              <a:rPr lang="ru-RU" sz="4400" b="0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Часть 3.1. Пакетная работа с маркерами и иными знаками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582575573" name="Текст 2"/>
          <p:cNvSpPr>
            <a:spLocks noGrp="1"/>
          </p:cNvSpPr>
          <p:nvPr>
            <p:ph type="body" idx="1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normAutofit fontScale="72500" lnSpcReduction="20000"/>
          </a:bodyPr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defRPr/>
            </a:pPr>
            <a:r>
              <a:rPr lang="ru-RU" sz="2400" b="1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Для пакетной работы с маркерами</a:t>
            </a:r>
            <a:r>
              <a:rPr lang="en-US" sz="2400" b="1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,</a:t>
            </a:r>
            <a:r>
              <a:rPr lang="ru-RU" sz="2400" b="1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 маршрутами и картами (скрытие</a:t>
            </a:r>
            <a:r>
              <a:rPr lang="en-US" sz="2400" b="1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,</a:t>
            </a:r>
            <a:r>
              <a:rPr lang="ru-RU" sz="2400" b="1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 удаление и т.д.) используется инструмент </a:t>
            </a:r>
            <a:r>
              <a:rPr lang="en-US" sz="2400" b="1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Overlay Manager</a:t>
            </a:r>
            <a:r>
              <a:rPr lang="ru-RU" sz="2400" b="1" i="0" u="none" strike="noStrike" cap="none" spc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 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1410746825" name="Объект 3"/>
          <p:cNvSpPr>
            <a:spLocks noGrp="1"/>
          </p:cNvSpPr>
          <p:nvPr>
            <p:ph sz="half" idx="2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normAutofit/>
          </a:bodyPr>
          <a:lstStyle/>
          <a:p>
            <a:pPr>
              <a:defRPr/>
            </a:pPr>
            <a:r>
              <a:rPr lang="ru-RU" sz="1400" dirty="0">
                <a:solidFill>
                  <a:schemeClr val="bg1"/>
                </a:solidFill>
                <a:latin typeface="Arial"/>
                <a:cs typeface="Arial"/>
              </a:rPr>
              <a:t>Вариант А «Скрытие меток»</a:t>
            </a:r>
            <a:br>
              <a:rPr lang="ru-RU" sz="1400" dirty="0">
                <a:solidFill>
                  <a:schemeClr val="bg1"/>
                </a:solidFill>
                <a:latin typeface="Arial"/>
                <a:cs typeface="Arial"/>
              </a:rPr>
            </a:br>
            <a:r>
              <a:rPr lang="ru-RU" sz="1400" dirty="0">
                <a:solidFill>
                  <a:schemeClr val="bg1"/>
                </a:solidFill>
                <a:latin typeface="Arial"/>
                <a:cs typeface="Arial"/>
              </a:rPr>
              <a:t>С помощью кнопки           скрываем либо категорию</a:t>
            </a:r>
            <a:r>
              <a:rPr lang="en-US" sz="1400" dirty="0">
                <a:solidFill>
                  <a:schemeClr val="bg1"/>
                </a:solidFill>
                <a:latin typeface="Arial"/>
                <a:cs typeface="Arial"/>
              </a:rPr>
              <a:t>,</a:t>
            </a:r>
            <a:r>
              <a:rPr lang="ru-RU" sz="1400" dirty="0">
                <a:solidFill>
                  <a:schemeClr val="bg1"/>
                </a:solidFill>
                <a:latin typeface="Arial"/>
                <a:cs typeface="Arial"/>
              </a:rPr>
              <a:t> либо отдельные метки</a:t>
            </a:r>
          </a:p>
          <a:p>
            <a:pPr>
              <a:defRPr/>
            </a:pPr>
            <a:r>
              <a:rPr lang="ru-RU" sz="1400" dirty="0">
                <a:solidFill>
                  <a:schemeClr val="bg1"/>
                </a:solidFill>
                <a:latin typeface="Arial"/>
                <a:cs typeface="Arial"/>
              </a:rPr>
              <a:t>Вариант Б «Удаление меток»</a:t>
            </a:r>
            <a:br>
              <a:rPr lang="ru-RU" sz="1400" dirty="0">
                <a:solidFill>
                  <a:schemeClr val="bg1"/>
                </a:solidFill>
                <a:latin typeface="Arial"/>
                <a:cs typeface="Arial"/>
              </a:rPr>
            </a:br>
            <a:r>
              <a:rPr lang="ru-RU" sz="1400" dirty="0">
                <a:solidFill>
                  <a:schemeClr val="bg1"/>
                </a:solidFill>
                <a:latin typeface="Arial"/>
                <a:cs typeface="Arial"/>
              </a:rPr>
              <a:t>Жмем           </a:t>
            </a:r>
            <a:r>
              <a:rPr lang="en-US" sz="1400" dirty="0">
                <a:solidFill>
                  <a:schemeClr val="bg1"/>
                </a:solidFill>
                <a:latin typeface="Arial"/>
                <a:cs typeface="Arial"/>
              </a:rPr>
              <a:t>,</a:t>
            </a:r>
            <a:r>
              <a:rPr lang="ru-RU" sz="1400" dirty="0">
                <a:solidFill>
                  <a:schemeClr val="bg1"/>
                </a:solidFill>
                <a:latin typeface="Arial"/>
                <a:cs typeface="Arial"/>
              </a:rPr>
              <a:t> жмем </a:t>
            </a:r>
            <a:r>
              <a:rPr lang="en-US" sz="1400" dirty="0">
                <a:solidFill>
                  <a:schemeClr val="bg1"/>
                </a:solidFill>
                <a:latin typeface="Arial"/>
                <a:cs typeface="Arial"/>
              </a:rPr>
              <a:t>Delete, </a:t>
            </a:r>
            <a:r>
              <a:rPr lang="ru-RU" sz="1400" dirty="0">
                <a:solidFill>
                  <a:schemeClr val="bg1"/>
                </a:solidFill>
                <a:latin typeface="Arial"/>
                <a:cs typeface="Arial"/>
              </a:rPr>
              <a:t>выбираем все метки или те</a:t>
            </a:r>
            <a:r>
              <a:rPr lang="en-US" sz="1400" dirty="0">
                <a:solidFill>
                  <a:schemeClr val="bg1"/>
                </a:solidFill>
                <a:latin typeface="Arial"/>
                <a:cs typeface="Arial"/>
              </a:rPr>
              <a:t>,</a:t>
            </a:r>
            <a:r>
              <a:rPr lang="ru-RU" sz="1400" dirty="0">
                <a:solidFill>
                  <a:schemeClr val="bg1"/>
                </a:solidFill>
                <a:latin typeface="Arial"/>
                <a:cs typeface="Arial"/>
              </a:rPr>
              <a:t> что не нужны.</a:t>
            </a:r>
          </a:p>
          <a:p>
            <a:pPr>
              <a:defRPr/>
            </a:pPr>
            <a:r>
              <a:rPr lang="ru-RU" sz="1400" dirty="0">
                <a:solidFill>
                  <a:schemeClr val="bg1"/>
                </a:solidFill>
                <a:latin typeface="Arial"/>
                <a:cs typeface="Arial"/>
              </a:rPr>
              <a:t>Жмем </a:t>
            </a:r>
            <a:r>
              <a:rPr lang="en-US" sz="1400" dirty="0">
                <a:solidFill>
                  <a:schemeClr val="bg1"/>
                </a:solidFill>
                <a:latin typeface="Arial"/>
                <a:cs typeface="Arial"/>
              </a:rPr>
              <a:t>Delete</a:t>
            </a:r>
            <a:endParaRPr dirty="0">
              <a:solidFill>
                <a:schemeClr val="bg1"/>
              </a:solidFill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6E0B08C0-65F7-0A9B-8965-882B4F634B1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94427" y="1690688"/>
            <a:ext cx="2642767" cy="1189245"/>
          </a:xfrm>
          <a:prstGeom prst="rect">
            <a:avLst/>
          </a:prstGeom>
          <a:ln>
            <a:solidFill>
              <a:srgbClr val="C00000"/>
            </a:solidFill>
          </a:ln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4C668B83-B6CF-B2BA-FD37-D25A6E41481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94427" y="2879933"/>
            <a:ext cx="2642767" cy="1189245"/>
          </a:xfrm>
          <a:prstGeom prst="rect">
            <a:avLst/>
          </a:prstGeom>
          <a:ln>
            <a:solidFill>
              <a:srgbClr val="C00000"/>
            </a:solidFill>
          </a:ln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3623B4EE-C30E-61C2-FC01-C348DC3D36BF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7194" y="1690688"/>
            <a:ext cx="2642767" cy="1189245"/>
          </a:xfrm>
          <a:prstGeom prst="rect">
            <a:avLst/>
          </a:prstGeom>
          <a:ln>
            <a:solidFill>
              <a:srgbClr val="C00000"/>
            </a:solidFill>
          </a:ln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6DE8B539-E7A8-A0A3-1806-4C6A0B9DB7BC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7194" y="2879933"/>
            <a:ext cx="2642767" cy="1189245"/>
          </a:xfrm>
          <a:prstGeom prst="rect">
            <a:avLst/>
          </a:prstGeom>
          <a:ln>
            <a:solidFill>
              <a:srgbClr val="C00000"/>
            </a:solidFill>
          </a:ln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EEAF2AC4-5B4F-AD82-80B0-A59FA383A43B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94427" y="4069178"/>
            <a:ext cx="2642767" cy="1189245"/>
          </a:xfrm>
          <a:prstGeom prst="rect">
            <a:avLst/>
          </a:prstGeom>
          <a:ln>
            <a:solidFill>
              <a:srgbClr val="C00000"/>
            </a:solidFill>
          </a:ln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B4BAF5F3-688A-FB23-A45A-ADCC73B83996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7194" y="4069177"/>
            <a:ext cx="2642767" cy="1189245"/>
          </a:xfrm>
          <a:prstGeom prst="rect">
            <a:avLst/>
          </a:prstGeom>
          <a:ln>
            <a:solidFill>
              <a:srgbClr val="C00000"/>
            </a:solidFill>
          </a:ln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F75326E4-E923-645F-E0C2-FF65103A5DFC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94427" y="5258422"/>
            <a:ext cx="2642767" cy="1189246"/>
          </a:xfrm>
          <a:prstGeom prst="rect">
            <a:avLst/>
          </a:prstGeom>
          <a:ln>
            <a:solidFill>
              <a:srgbClr val="C00000"/>
            </a:solidFill>
          </a:ln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68032836-F7CB-43D8-393B-F11671E6E504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7193" y="5258421"/>
            <a:ext cx="2642767" cy="1189245"/>
          </a:xfrm>
          <a:prstGeom prst="rect">
            <a:avLst/>
          </a:prstGeom>
          <a:ln>
            <a:solidFill>
              <a:srgbClr val="C00000"/>
            </a:solidFill>
          </a:ln>
        </p:spPr>
      </p:pic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6D7B7F28-C3B1-B613-8FAB-1451DD65F10D}"/>
              </a:ext>
            </a:extLst>
          </p:cNvPr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723" t="34849" r="45682" b="59344"/>
          <a:stretch/>
        </p:blipFill>
        <p:spPr bwMode="auto">
          <a:xfrm>
            <a:off x="2845594" y="2745065"/>
            <a:ext cx="314325" cy="178733"/>
          </a:xfrm>
          <a:prstGeom prst="rect">
            <a:avLst/>
          </a:prstGeom>
          <a:ln>
            <a:noFill/>
          </a:ln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DDC4F760-7836-6377-AABD-7C3F290A88E5}"/>
              </a:ext>
            </a:extLst>
          </p:cNvPr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6140" t="21377" r="8904" b="69279"/>
          <a:stretch/>
        </p:blipFill>
        <p:spPr bwMode="auto">
          <a:xfrm>
            <a:off x="1843087" y="3395180"/>
            <a:ext cx="252413" cy="214170"/>
          </a:xfrm>
          <a:prstGeom prst="rect">
            <a:avLst/>
          </a:prstGeom>
          <a:ln>
            <a:noFill/>
          </a:ln>
        </p:spPr>
      </p:pic>
      <p:sp>
        <p:nvSpPr>
          <p:cNvPr id="22" name="Прямоугольник: скругленные углы 21">
            <a:extLst>
              <a:ext uri="{FF2B5EF4-FFF2-40B4-BE49-F238E27FC236}">
                <a16:creationId xmlns:a16="http://schemas.microsoft.com/office/drawing/2014/main" id="{1230E504-AD0A-FF6B-7B56-601A464BD628}"/>
              </a:ext>
            </a:extLst>
          </p:cNvPr>
          <p:cNvSpPr/>
          <p:nvPr/>
        </p:nvSpPr>
        <p:spPr bwMode="auto">
          <a:xfrm>
            <a:off x="7853838" y="1806285"/>
            <a:ext cx="132875" cy="134388"/>
          </a:xfrm>
          <a:prstGeom prst="round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n>
                <a:solidFill>
                  <a:schemeClr val="accent2">
                    <a:lumMod val="75000"/>
                  </a:schemeClr>
                </a:solidFill>
              </a:ln>
            </a:endParaRPr>
          </a:p>
        </p:txBody>
      </p:sp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CA54E72C-697C-67F7-BE98-4F31CFE3D64F}"/>
              </a:ext>
            </a:extLst>
          </p:cNvPr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035" t="9519" r="32280" b="79141"/>
          <a:stretch/>
        </p:blipFill>
        <p:spPr bwMode="auto">
          <a:xfrm>
            <a:off x="1907380" y="2265084"/>
            <a:ext cx="158429" cy="172558"/>
          </a:xfrm>
          <a:prstGeom prst="rect">
            <a:avLst/>
          </a:prstGeom>
          <a:ln>
            <a:solidFill>
              <a:srgbClr val="C00000"/>
            </a:solidFill>
          </a:ln>
        </p:spPr>
      </p:pic>
      <p:sp>
        <p:nvSpPr>
          <p:cNvPr id="24" name="Прямоугольник: скругленные углы 23">
            <a:extLst>
              <a:ext uri="{FF2B5EF4-FFF2-40B4-BE49-F238E27FC236}">
                <a16:creationId xmlns:a16="http://schemas.microsoft.com/office/drawing/2014/main" id="{18E2446D-5333-956A-B075-3D77C034DBC9}"/>
              </a:ext>
            </a:extLst>
          </p:cNvPr>
          <p:cNvSpPr/>
          <p:nvPr/>
        </p:nvSpPr>
        <p:spPr bwMode="auto">
          <a:xfrm>
            <a:off x="10158576" y="2083727"/>
            <a:ext cx="132875" cy="134388"/>
          </a:xfrm>
          <a:prstGeom prst="round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n>
                <a:solidFill>
                  <a:schemeClr val="accent2">
                    <a:lumMod val="75000"/>
                  </a:schemeClr>
                </a:solidFill>
              </a:ln>
            </a:endParaRPr>
          </a:p>
        </p:txBody>
      </p:sp>
      <p:sp>
        <p:nvSpPr>
          <p:cNvPr id="25" name="Прямоугольник: скругленные углы 24">
            <a:extLst>
              <a:ext uri="{FF2B5EF4-FFF2-40B4-BE49-F238E27FC236}">
                <a16:creationId xmlns:a16="http://schemas.microsoft.com/office/drawing/2014/main" id="{6D7C30F8-A4A9-BFD4-812F-7938C99191EB}"/>
              </a:ext>
            </a:extLst>
          </p:cNvPr>
          <p:cNvSpPr/>
          <p:nvPr/>
        </p:nvSpPr>
        <p:spPr bwMode="auto">
          <a:xfrm>
            <a:off x="7515810" y="3253231"/>
            <a:ext cx="126415" cy="439293"/>
          </a:xfrm>
          <a:prstGeom prst="round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n>
                <a:solidFill>
                  <a:schemeClr val="accent2">
                    <a:lumMod val="75000"/>
                  </a:schemeClr>
                </a:solidFill>
              </a:ln>
            </a:endParaRPr>
          </a:p>
        </p:txBody>
      </p:sp>
      <p:sp>
        <p:nvSpPr>
          <p:cNvPr id="26" name="Прямоугольник: скругленные углы 25">
            <a:extLst>
              <a:ext uri="{FF2B5EF4-FFF2-40B4-BE49-F238E27FC236}">
                <a16:creationId xmlns:a16="http://schemas.microsoft.com/office/drawing/2014/main" id="{CCC48404-E254-E089-F727-472817697BA6}"/>
              </a:ext>
            </a:extLst>
          </p:cNvPr>
          <p:cNvSpPr/>
          <p:nvPr/>
        </p:nvSpPr>
        <p:spPr bwMode="auto">
          <a:xfrm>
            <a:off x="11120601" y="3118843"/>
            <a:ext cx="132875" cy="134388"/>
          </a:xfrm>
          <a:prstGeom prst="round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n>
                <a:solidFill>
                  <a:schemeClr val="accent2">
                    <a:lumMod val="75000"/>
                  </a:schemeClr>
                </a:solidFill>
              </a:ln>
            </a:endParaRPr>
          </a:p>
        </p:txBody>
      </p:sp>
      <p:sp>
        <p:nvSpPr>
          <p:cNvPr id="27" name="Прямоугольник: скругленные углы 26">
            <a:extLst>
              <a:ext uri="{FF2B5EF4-FFF2-40B4-BE49-F238E27FC236}">
                <a16:creationId xmlns:a16="http://schemas.microsoft.com/office/drawing/2014/main" id="{E2646927-6DFD-F990-5584-136E3C6142C6}"/>
              </a:ext>
            </a:extLst>
          </p:cNvPr>
          <p:cNvSpPr/>
          <p:nvPr/>
        </p:nvSpPr>
        <p:spPr bwMode="auto">
          <a:xfrm>
            <a:off x="7515810" y="4627771"/>
            <a:ext cx="307390" cy="253998"/>
          </a:xfrm>
          <a:prstGeom prst="round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n>
                <a:solidFill>
                  <a:schemeClr val="accent2">
                    <a:lumMod val="75000"/>
                  </a:schemeClr>
                </a:solidFill>
              </a:ln>
            </a:endParaRPr>
          </a:p>
        </p:txBody>
      </p:sp>
      <p:sp>
        <p:nvSpPr>
          <p:cNvPr id="28" name="Прямоугольник: скругленные углы 27">
            <a:extLst>
              <a:ext uri="{FF2B5EF4-FFF2-40B4-BE49-F238E27FC236}">
                <a16:creationId xmlns:a16="http://schemas.microsoft.com/office/drawing/2014/main" id="{5793B357-C506-013D-57C8-7536CABCAE01}"/>
              </a:ext>
            </a:extLst>
          </p:cNvPr>
          <p:cNvSpPr/>
          <p:nvPr/>
        </p:nvSpPr>
        <p:spPr bwMode="auto">
          <a:xfrm>
            <a:off x="7508348" y="5599046"/>
            <a:ext cx="133877" cy="590616"/>
          </a:xfrm>
          <a:prstGeom prst="round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n>
                <a:solidFill>
                  <a:schemeClr val="accent2">
                    <a:lumMod val="75000"/>
                  </a:schemeClr>
                </a:solidFill>
              </a:ln>
            </a:endParaRPr>
          </a:p>
        </p:txBody>
      </p:sp>
      <p:sp>
        <p:nvSpPr>
          <p:cNvPr id="29" name="Прямоугольник: скругленные углы 28">
            <a:extLst>
              <a:ext uri="{FF2B5EF4-FFF2-40B4-BE49-F238E27FC236}">
                <a16:creationId xmlns:a16="http://schemas.microsoft.com/office/drawing/2014/main" id="{94589A43-E043-0B84-7A03-5B399BD58860}"/>
              </a:ext>
            </a:extLst>
          </p:cNvPr>
          <p:cNvSpPr/>
          <p:nvPr/>
        </p:nvSpPr>
        <p:spPr bwMode="auto">
          <a:xfrm>
            <a:off x="10158575" y="5977146"/>
            <a:ext cx="741199" cy="253998"/>
          </a:xfrm>
          <a:prstGeom prst="round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n>
                <a:solidFill>
                  <a:schemeClr val="accent2">
                    <a:lumMod val="75000"/>
                  </a:schemeClr>
                </a:solidFill>
              </a:ln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:w="http://schemas.openxmlformats.org/wordprocessingml/2006/main" xmlns:m="http://schemas.openxmlformats.org/officeDocument/2006/math" xmlns="">
      <p:transition advClick="1"/>
    </mc:Fallback>
  </mc:AlternateContent>
</p:sld>
</file>

<file path=ppt/theme/theme1.xml><?xml version="1.0" encoding="utf-8"?>
<a:theme xmlns:a="http://schemas.openxmlformats.org/drawingml/2006/main" name="Office Theme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1461</TotalTime>
  <Words>1381</Words>
  <Application>Microsoft Office PowerPoint</Application>
  <PresentationFormat>Широкоэкранный</PresentationFormat>
  <Paragraphs>149</Paragraphs>
  <Slides>19</Slides>
  <Notes>19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1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19</vt:i4>
      </vt:variant>
    </vt:vector>
  </HeadingPairs>
  <TitlesOfParts>
    <vt:vector size="21" baseType="lpstr">
      <vt:lpstr>Arial</vt:lpstr>
      <vt:lpstr>Office Theme</vt:lpstr>
      <vt:lpstr>Практическое руководство по ATAK-CIV 5.7.0</vt:lpstr>
      <vt:lpstr>Введение: зачем нам это нужно?</vt:lpstr>
      <vt:lpstr>Часть 1. Первое включение и настройка связи</vt:lpstr>
      <vt:lpstr>Часть 1. Первое включение и настройка связи</vt:lpstr>
      <vt:lpstr>Часть 1. Первое включение и настройка связи</vt:lpstr>
      <vt:lpstr>Часть 1. Первое включение и настройка связи</vt:lpstr>
      <vt:lpstr>Часть 1. Первое включение и настройка связи</vt:lpstr>
      <vt:lpstr>Часть 2. Главный экран и управление (в ландшафтном режиме)</vt:lpstr>
      <vt:lpstr>Часть 2. Главный экран и управление (в ландшафтном режиме)</vt:lpstr>
      <vt:lpstr>Часть 3. Нанесение меток на карту</vt:lpstr>
      <vt:lpstr>Часть 3. Нанесение меток на карту</vt:lpstr>
      <vt:lpstr>Часть 3. Нанесение меток на карту</vt:lpstr>
      <vt:lpstr>Часть 3. Нанесение меток на карту</vt:lpstr>
      <vt:lpstr>Часть 3. Нанесение меток на карту</vt:lpstr>
      <vt:lpstr>Часть 3. Нанесение меток на карту</vt:lpstr>
      <vt:lpstr>Часть 3. Нанесение меток на карту</vt:lpstr>
      <vt:lpstr>Часть 3. Нанесение меток на карту</vt:lpstr>
      <vt:lpstr>Часть 3. Нанесение меток на карту</vt:lpstr>
      <vt:lpstr>Часть 3.1. Пакетная работа с маркерами и иными знаками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Никита Виноградов</cp:lastModifiedBy>
  <cp:revision>34</cp:revision>
  <dcterms:modified xsi:type="dcterms:W3CDTF">2026-07-25T07:41:29Z</dcterms:modified>
</cp:coreProperties>
</file>